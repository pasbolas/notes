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0" r:id="rId3"/>
    <p:sldId id="281" r:id="rId4"/>
    <p:sldId id="320" r:id="rId5"/>
    <p:sldId id="319" r:id="rId6"/>
    <p:sldId id="343" r:id="rId7"/>
    <p:sldId id="312" r:id="rId8"/>
    <p:sldId id="344" r:id="rId9"/>
    <p:sldId id="337" r:id="rId10"/>
    <p:sldId id="351" r:id="rId11"/>
    <p:sldId id="329" r:id="rId12"/>
    <p:sldId id="331" r:id="rId13"/>
    <p:sldId id="338" r:id="rId14"/>
    <p:sldId id="303" r:id="rId15"/>
    <p:sldId id="304" r:id="rId16"/>
    <p:sldId id="308" r:id="rId17"/>
    <p:sldId id="309" r:id="rId18"/>
    <p:sldId id="352" r:id="rId19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159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undo custSel addSld delSld modSld">
      <pc:chgData name="Denis Manley" userId="445117d2-14a5-4c3e-af19-f1006b049bb1" providerId="ADAL" clId="{8CC12A5C-FC9C-4E0E-8855-445E9824A927}" dt="2025-10-17T12:51:53.274" v="812" actId="6549"/>
      <pc:docMkLst>
        <pc:docMk/>
      </pc:docMkLst>
      <pc:sldChg chg="modSp mod setBg">
        <pc:chgData name="Denis Manley" userId="445117d2-14a5-4c3e-af19-f1006b049bb1" providerId="ADAL" clId="{8CC12A5C-FC9C-4E0E-8855-445E9824A927}" dt="2025-10-17T12:51:53.274" v="812" actId="6549"/>
        <pc:sldMkLst>
          <pc:docMk/>
          <pc:sldMk cId="501428003" sldId="303"/>
        </pc:sldMkLst>
        <pc:spChg chg="mod">
          <ac:chgData name="Denis Manley" userId="445117d2-14a5-4c3e-af19-f1006b049bb1" providerId="ADAL" clId="{8CC12A5C-FC9C-4E0E-8855-445E9824A927}" dt="2025-10-17T12:51:53.274" v="812" actId="6549"/>
          <ac:spMkLst>
            <pc:docMk/>
            <pc:sldMk cId="501428003" sldId="303"/>
            <ac:spMk id="3" creationId="{00000000-0000-0000-0000-000000000000}"/>
          </ac:spMkLst>
        </pc:spChg>
      </pc:sldChg>
      <pc:sldChg chg="modSp mod setBg">
        <pc:chgData name="Denis Manley" userId="445117d2-14a5-4c3e-af19-f1006b049bb1" providerId="ADAL" clId="{8CC12A5C-FC9C-4E0E-8855-445E9824A927}" dt="2025-10-16T18:11:32.789" v="293"/>
        <pc:sldMkLst>
          <pc:docMk/>
          <pc:sldMk cId="2243376551" sldId="304"/>
        </pc:sldMkLst>
        <pc:spChg chg="mod">
          <ac:chgData name="Denis Manley" userId="445117d2-14a5-4c3e-af19-f1006b049bb1" providerId="ADAL" clId="{8CC12A5C-FC9C-4E0E-8855-445E9824A927}" dt="2025-10-16T18:07:17.795" v="16" actId="20577"/>
          <ac:spMkLst>
            <pc:docMk/>
            <pc:sldMk cId="2243376551" sldId="304"/>
            <ac:spMk id="3" creationId="{00000000-0000-0000-0000-000000000000}"/>
          </ac:spMkLst>
        </pc:spChg>
      </pc:sldChg>
      <pc:sldChg chg="del">
        <pc:chgData name="Denis Manley" userId="445117d2-14a5-4c3e-af19-f1006b049bb1" providerId="ADAL" clId="{8CC12A5C-FC9C-4E0E-8855-445E9824A927}" dt="2025-10-16T18:05:52.012" v="0" actId="47"/>
        <pc:sldMkLst>
          <pc:docMk/>
          <pc:sldMk cId="35084953" sldId="306"/>
        </pc:sldMkLst>
      </pc:sldChg>
      <pc:sldChg chg="del">
        <pc:chgData name="Denis Manley" userId="445117d2-14a5-4c3e-af19-f1006b049bb1" providerId="ADAL" clId="{8CC12A5C-FC9C-4E0E-8855-445E9824A927}" dt="2025-10-16T18:05:57.693" v="1" actId="47"/>
        <pc:sldMkLst>
          <pc:docMk/>
          <pc:sldMk cId="724236821" sldId="307"/>
        </pc:sldMkLst>
      </pc:sldChg>
      <pc:sldChg chg="modSp mod setBg">
        <pc:chgData name="Denis Manley" userId="445117d2-14a5-4c3e-af19-f1006b049bb1" providerId="ADAL" clId="{8CC12A5C-FC9C-4E0E-8855-445E9824A927}" dt="2025-10-16T18:11:32.789" v="293"/>
        <pc:sldMkLst>
          <pc:docMk/>
          <pc:sldMk cId="493897830" sldId="308"/>
        </pc:sldMkLst>
        <pc:spChg chg="mod">
          <ac:chgData name="Denis Manley" userId="445117d2-14a5-4c3e-af19-f1006b049bb1" providerId="ADAL" clId="{8CC12A5C-FC9C-4E0E-8855-445E9824A927}" dt="2025-10-16T18:06:50.903" v="12" actId="20577"/>
          <ac:spMkLst>
            <pc:docMk/>
            <pc:sldMk cId="493897830" sldId="308"/>
            <ac:spMk id="2" creationId="{00000000-0000-0000-0000-000000000000}"/>
          </ac:spMkLst>
        </pc:spChg>
      </pc:sldChg>
      <pc:sldChg chg="modSp mod setBg">
        <pc:chgData name="Denis Manley" userId="445117d2-14a5-4c3e-af19-f1006b049bb1" providerId="ADAL" clId="{8CC12A5C-FC9C-4E0E-8855-445E9824A927}" dt="2025-10-16T18:11:32.789" v="293"/>
        <pc:sldMkLst>
          <pc:docMk/>
          <pc:sldMk cId="2170555013" sldId="309"/>
        </pc:sldMkLst>
        <pc:spChg chg="mod">
          <ac:chgData name="Denis Manley" userId="445117d2-14a5-4c3e-af19-f1006b049bb1" providerId="ADAL" clId="{8CC12A5C-FC9C-4E0E-8855-445E9824A927}" dt="2025-10-16T18:06:29.964" v="9" actId="20577"/>
          <ac:spMkLst>
            <pc:docMk/>
            <pc:sldMk cId="2170555013" sldId="309"/>
            <ac:spMk id="2" creationId="{00000000-0000-0000-0000-000000000000}"/>
          </ac:spMkLst>
        </pc:spChg>
      </pc:sldChg>
      <pc:sldChg chg="addSp delSp modSp mod">
        <pc:chgData name="Denis Manley" userId="445117d2-14a5-4c3e-af19-f1006b049bb1" providerId="ADAL" clId="{8CC12A5C-FC9C-4E0E-8855-445E9824A927}" dt="2025-10-17T12:48:33.837" v="715" actId="11529"/>
        <pc:sldMkLst>
          <pc:docMk/>
          <pc:sldMk cId="414686140" sldId="329"/>
        </pc:sldMkLst>
        <pc:spChg chg="mod">
          <ac:chgData name="Denis Manley" userId="445117d2-14a5-4c3e-af19-f1006b049bb1" providerId="ADAL" clId="{8CC12A5C-FC9C-4E0E-8855-445E9824A927}" dt="2025-10-17T12:32:49.047" v="478" actId="20577"/>
          <ac:spMkLst>
            <pc:docMk/>
            <pc:sldMk cId="414686140" sldId="329"/>
            <ac:spMk id="2" creationId="{00000000-0000-0000-0000-000000000000}"/>
          </ac:spMkLst>
        </pc:spChg>
        <pc:spChg chg="mod">
          <ac:chgData name="Denis Manley" userId="445117d2-14a5-4c3e-af19-f1006b049bb1" providerId="ADAL" clId="{8CC12A5C-FC9C-4E0E-8855-445E9824A927}" dt="2025-10-17T12:43:12.692" v="664" actId="14100"/>
          <ac:spMkLst>
            <pc:docMk/>
            <pc:sldMk cId="414686140" sldId="329"/>
            <ac:spMk id="3" creationId="{00000000-0000-0000-0000-000000000000}"/>
          </ac:spMkLst>
        </pc:spChg>
        <pc:spChg chg="add del mod">
          <ac:chgData name="Denis Manley" userId="445117d2-14a5-4c3e-af19-f1006b049bb1" providerId="ADAL" clId="{8CC12A5C-FC9C-4E0E-8855-445E9824A927}" dt="2025-10-17T12:42:50.925" v="662"/>
          <ac:spMkLst>
            <pc:docMk/>
            <pc:sldMk cId="414686140" sldId="329"/>
            <ac:spMk id="7" creationId="{277C8354-89CF-1B02-4E4A-C022186A0283}"/>
          </ac:spMkLst>
        </pc:spChg>
        <pc:spChg chg="add del mod">
          <ac:chgData name="Denis Manley" userId="445117d2-14a5-4c3e-af19-f1006b049bb1" providerId="ADAL" clId="{8CC12A5C-FC9C-4E0E-8855-445E9824A927}" dt="2025-10-17T12:42:50.925" v="660" actId="478"/>
          <ac:spMkLst>
            <pc:docMk/>
            <pc:sldMk cId="414686140" sldId="329"/>
            <ac:spMk id="8" creationId="{A5FF5FBB-6872-58A7-D1AA-A4537732CDE8}"/>
          </ac:spMkLst>
        </pc:spChg>
        <pc:spChg chg="add del mod">
          <ac:chgData name="Denis Manley" userId="445117d2-14a5-4c3e-af19-f1006b049bb1" providerId="ADAL" clId="{8CC12A5C-FC9C-4E0E-8855-445E9824A927}" dt="2025-10-17T12:43:59.430" v="696"/>
          <ac:spMkLst>
            <pc:docMk/>
            <pc:sldMk cId="414686140" sldId="329"/>
            <ac:spMk id="9" creationId="{266F13A7-7CC1-800F-57EC-7D5BAB53A9FB}"/>
          </ac:spMkLst>
        </pc:spChg>
        <pc:spChg chg="add mod">
          <ac:chgData name="Denis Manley" userId="445117d2-14a5-4c3e-af19-f1006b049bb1" providerId="ADAL" clId="{8CC12A5C-FC9C-4E0E-8855-445E9824A927}" dt="2025-10-17T12:43:46.739" v="693" actId="14100"/>
          <ac:spMkLst>
            <pc:docMk/>
            <pc:sldMk cId="414686140" sldId="329"/>
            <ac:spMk id="10" creationId="{CFBF30EC-4B14-A235-D67C-27ED7BBBCACE}"/>
          </ac:spMkLst>
        </pc:spChg>
        <pc:picChg chg="del">
          <ac:chgData name="Denis Manley" userId="445117d2-14a5-4c3e-af19-f1006b049bb1" providerId="ADAL" clId="{8CC12A5C-FC9C-4E0E-8855-445E9824A927}" dt="2025-10-17T12:31:56.540" v="385" actId="478"/>
          <ac:picMkLst>
            <pc:docMk/>
            <pc:sldMk cId="414686140" sldId="329"/>
            <ac:picMk id="5" creationId="{00000000-0000-0000-0000-000000000000}"/>
          </ac:picMkLst>
        </pc:picChg>
        <pc:picChg chg="add del mod">
          <ac:chgData name="Denis Manley" userId="445117d2-14a5-4c3e-af19-f1006b049bb1" providerId="ADAL" clId="{8CC12A5C-FC9C-4E0E-8855-445E9824A927}" dt="2025-10-17T12:46:10.908" v="702" actId="478"/>
          <ac:picMkLst>
            <pc:docMk/>
            <pc:sldMk cId="414686140" sldId="329"/>
            <ac:picMk id="6" creationId="{99B4C6F7-5E9E-D6E6-B5B3-7C60A12C38D3}"/>
          </ac:picMkLst>
        </pc:picChg>
        <pc:picChg chg="add del mod">
          <ac:chgData name="Denis Manley" userId="445117d2-14a5-4c3e-af19-f1006b049bb1" providerId="ADAL" clId="{8CC12A5C-FC9C-4E0E-8855-445E9824A927}" dt="2025-10-17T12:47:38.460" v="706" actId="478"/>
          <ac:picMkLst>
            <pc:docMk/>
            <pc:sldMk cId="414686140" sldId="329"/>
            <ac:picMk id="14" creationId="{94AD4845-0D9E-EB18-439E-FBC40905EDAB}"/>
          </ac:picMkLst>
        </pc:picChg>
        <pc:picChg chg="add mod">
          <ac:chgData name="Denis Manley" userId="445117d2-14a5-4c3e-af19-f1006b049bb1" providerId="ADAL" clId="{8CC12A5C-FC9C-4E0E-8855-445E9824A927}" dt="2025-10-17T12:48:20.920" v="713" actId="14100"/>
          <ac:picMkLst>
            <pc:docMk/>
            <pc:sldMk cId="414686140" sldId="329"/>
            <ac:picMk id="16" creationId="{0D0D3010-783E-DE41-F358-A73BA3289BB8}"/>
          </ac:picMkLst>
        </pc:picChg>
        <pc:cxnChg chg="add del">
          <ac:chgData name="Denis Manley" userId="445117d2-14a5-4c3e-af19-f1006b049bb1" providerId="ADAL" clId="{8CC12A5C-FC9C-4E0E-8855-445E9824A927}" dt="2025-10-17T12:48:24.253" v="714" actId="478"/>
          <ac:cxnSpMkLst>
            <pc:docMk/>
            <pc:sldMk cId="414686140" sldId="329"/>
            <ac:cxnSpMk id="12" creationId="{6FBD4605-72C2-8FF3-0288-FBAB66D194C8}"/>
          </ac:cxnSpMkLst>
        </pc:cxnChg>
        <pc:cxnChg chg="add">
          <ac:chgData name="Denis Manley" userId="445117d2-14a5-4c3e-af19-f1006b049bb1" providerId="ADAL" clId="{8CC12A5C-FC9C-4E0E-8855-445E9824A927}" dt="2025-10-17T12:48:33.837" v="715" actId="11529"/>
          <ac:cxnSpMkLst>
            <pc:docMk/>
            <pc:sldMk cId="414686140" sldId="329"/>
            <ac:cxnSpMk id="18" creationId="{B4B2C719-88A8-8A98-4724-B623FEF7882A}"/>
          </ac:cxnSpMkLst>
        </pc:cxnChg>
      </pc:sldChg>
      <pc:sldChg chg="addSp delSp modSp mod">
        <pc:chgData name="Denis Manley" userId="445117d2-14a5-4c3e-af19-f1006b049bb1" providerId="ADAL" clId="{8CC12A5C-FC9C-4E0E-8855-445E9824A927}" dt="2025-10-17T12:49:21.186" v="796" actId="20577"/>
        <pc:sldMkLst>
          <pc:docMk/>
          <pc:sldMk cId="1651700448" sldId="331"/>
        </pc:sldMkLst>
        <pc:spChg chg="mod">
          <ac:chgData name="Denis Manley" userId="445117d2-14a5-4c3e-af19-f1006b049bb1" providerId="ADAL" clId="{8CC12A5C-FC9C-4E0E-8855-445E9824A927}" dt="2025-10-17T12:49:21.186" v="796" actId="20577"/>
          <ac:spMkLst>
            <pc:docMk/>
            <pc:sldMk cId="1651700448" sldId="331"/>
            <ac:spMk id="2" creationId="{00000000-0000-0000-0000-000000000000}"/>
          </ac:spMkLst>
        </pc:spChg>
        <pc:spChg chg="mod">
          <ac:chgData name="Denis Manley" userId="445117d2-14a5-4c3e-af19-f1006b049bb1" providerId="ADAL" clId="{8CC12A5C-FC9C-4E0E-8855-445E9824A927}" dt="2025-10-17T12:39:25.362" v="640" actId="14100"/>
          <ac:spMkLst>
            <pc:docMk/>
            <pc:sldMk cId="1651700448" sldId="331"/>
            <ac:spMk id="3" creationId="{00000000-0000-0000-0000-000000000000}"/>
          </ac:spMkLst>
        </pc:spChg>
        <pc:picChg chg="add del mod">
          <ac:chgData name="Denis Manley" userId="445117d2-14a5-4c3e-af19-f1006b049bb1" providerId="ADAL" clId="{8CC12A5C-FC9C-4E0E-8855-445E9824A927}" dt="2025-10-17T12:38:37.024" v="635" actId="478"/>
          <ac:picMkLst>
            <pc:docMk/>
            <pc:sldMk cId="1651700448" sldId="331"/>
            <ac:picMk id="5" creationId="{351B4E0E-8057-4078-4FB5-4F82C869CDA7}"/>
          </ac:picMkLst>
        </pc:picChg>
        <pc:picChg chg="del">
          <ac:chgData name="Denis Manley" userId="445117d2-14a5-4c3e-af19-f1006b049bb1" providerId="ADAL" clId="{8CC12A5C-FC9C-4E0E-8855-445E9824A927}" dt="2025-10-17T12:36:13.254" v="479" actId="478"/>
          <ac:picMkLst>
            <pc:docMk/>
            <pc:sldMk cId="1651700448" sldId="331"/>
            <ac:picMk id="6" creationId="{00000000-0000-0000-0000-000000000000}"/>
          </ac:picMkLst>
        </pc:picChg>
        <pc:picChg chg="add del mod">
          <ac:chgData name="Denis Manley" userId="445117d2-14a5-4c3e-af19-f1006b049bb1" providerId="ADAL" clId="{8CC12A5C-FC9C-4E0E-8855-445E9824A927}" dt="2025-10-17T12:40:31.229" v="641" actId="478"/>
          <ac:picMkLst>
            <pc:docMk/>
            <pc:sldMk cId="1651700448" sldId="331"/>
            <ac:picMk id="8" creationId="{36C9A66C-8356-22B4-8F6C-3FBF7870AEC9}"/>
          </ac:picMkLst>
        </pc:picChg>
        <pc:picChg chg="add del mod">
          <ac:chgData name="Denis Manley" userId="445117d2-14a5-4c3e-af19-f1006b049bb1" providerId="ADAL" clId="{8CC12A5C-FC9C-4E0E-8855-445E9824A927}" dt="2025-10-17T12:45:32.976" v="697" actId="478"/>
          <ac:picMkLst>
            <pc:docMk/>
            <pc:sldMk cId="1651700448" sldId="331"/>
            <ac:picMk id="10" creationId="{537CC8DC-4159-30E9-7A38-B015B666C608}"/>
          </ac:picMkLst>
        </pc:picChg>
        <pc:picChg chg="add mod">
          <ac:chgData name="Denis Manley" userId="445117d2-14a5-4c3e-af19-f1006b049bb1" providerId="ADAL" clId="{8CC12A5C-FC9C-4E0E-8855-445E9824A927}" dt="2025-10-17T12:46:07.388" v="701" actId="1076"/>
          <ac:picMkLst>
            <pc:docMk/>
            <pc:sldMk cId="1651700448" sldId="331"/>
            <ac:picMk id="12" creationId="{2887D57A-1D7A-2A94-5DF7-8AD8A5DEE655}"/>
          </ac:picMkLst>
        </pc:picChg>
      </pc:sldChg>
      <pc:sldChg chg="modSp mod">
        <pc:chgData name="Denis Manley" userId="445117d2-14a5-4c3e-af19-f1006b049bb1" providerId="ADAL" clId="{8CC12A5C-FC9C-4E0E-8855-445E9824A927}" dt="2025-10-17T12:51:05.356" v="811" actId="20577"/>
        <pc:sldMkLst>
          <pc:docMk/>
          <pc:sldMk cId="3693893578" sldId="338"/>
        </pc:sldMkLst>
        <pc:spChg chg="mod">
          <ac:chgData name="Denis Manley" userId="445117d2-14a5-4c3e-af19-f1006b049bb1" providerId="ADAL" clId="{8CC12A5C-FC9C-4E0E-8855-445E9824A927}" dt="2025-10-17T12:50:38.710" v="802" actId="20577"/>
          <ac:spMkLst>
            <pc:docMk/>
            <pc:sldMk cId="3693893578" sldId="338"/>
            <ac:spMk id="2" creationId="{00000000-0000-0000-0000-000000000000}"/>
          </ac:spMkLst>
        </pc:spChg>
        <pc:spChg chg="mod">
          <ac:chgData name="Denis Manley" userId="445117d2-14a5-4c3e-af19-f1006b049bb1" providerId="ADAL" clId="{8CC12A5C-FC9C-4E0E-8855-445E9824A927}" dt="2025-10-17T12:51:05.356" v="811" actId="20577"/>
          <ac:spMkLst>
            <pc:docMk/>
            <pc:sldMk cId="3693893578" sldId="338"/>
            <ac:spMk id="3" creationId="{00000000-0000-0000-0000-000000000000}"/>
          </ac:spMkLst>
        </pc:spChg>
      </pc:sldChg>
      <pc:sldChg chg="addSp delSp modSp mod">
        <pc:chgData name="Denis Manley" userId="445117d2-14a5-4c3e-af19-f1006b049bb1" providerId="ADAL" clId="{8CC12A5C-FC9C-4E0E-8855-445E9824A927}" dt="2025-10-17T12:27:18.887" v="304" actId="20577"/>
        <pc:sldMkLst>
          <pc:docMk/>
          <pc:sldMk cId="743898962" sldId="343"/>
        </pc:sldMkLst>
        <pc:spChg chg="add del mod">
          <ac:chgData name="Denis Manley" userId="445117d2-14a5-4c3e-af19-f1006b049bb1" providerId="ADAL" clId="{8CC12A5C-FC9C-4E0E-8855-445E9824A927}" dt="2025-10-17T12:26:17.178" v="295" actId="931"/>
          <ac:spMkLst>
            <pc:docMk/>
            <pc:sldMk cId="743898962" sldId="343"/>
            <ac:spMk id="4" creationId="{1847285B-EE1A-64C6-A5D8-C77C4712731F}"/>
          </ac:spMkLst>
        </pc:spChg>
        <pc:spChg chg="mod">
          <ac:chgData name="Denis Manley" userId="445117d2-14a5-4c3e-af19-f1006b049bb1" providerId="ADAL" clId="{8CC12A5C-FC9C-4E0E-8855-445E9824A927}" dt="2025-10-17T12:27:18.887" v="304" actId="20577"/>
          <ac:spMkLst>
            <pc:docMk/>
            <pc:sldMk cId="743898962" sldId="343"/>
            <ac:spMk id="6" creationId="{3DC24DF4-875B-B383-6060-740733089A03}"/>
          </ac:spMkLst>
        </pc:spChg>
        <pc:picChg chg="del">
          <ac:chgData name="Denis Manley" userId="445117d2-14a5-4c3e-af19-f1006b049bb1" providerId="ADAL" clId="{8CC12A5C-FC9C-4E0E-8855-445E9824A927}" dt="2025-10-17T12:25:51.186" v="294" actId="478"/>
          <ac:picMkLst>
            <pc:docMk/>
            <pc:sldMk cId="743898962" sldId="343"/>
            <ac:picMk id="5" creationId="{457C7D3D-D575-A10E-234E-2C35751031F8}"/>
          </ac:picMkLst>
        </pc:picChg>
        <pc:picChg chg="add mod">
          <ac:chgData name="Denis Manley" userId="445117d2-14a5-4c3e-af19-f1006b049bb1" providerId="ADAL" clId="{8CC12A5C-FC9C-4E0E-8855-445E9824A927}" dt="2025-10-17T12:26:22.509" v="298" actId="14100"/>
          <ac:picMkLst>
            <pc:docMk/>
            <pc:sldMk cId="743898962" sldId="343"/>
            <ac:picMk id="8" creationId="{D8871763-A9BA-3589-4CF6-F0E609516B4E}"/>
          </ac:picMkLst>
        </pc:picChg>
      </pc:sldChg>
      <pc:sldChg chg="addSp delSp modSp mod">
        <pc:chgData name="Denis Manley" userId="445117d2-14a5-4c3e-af19-f1006b049bb1" providerId="ADAL" clId="{8CC12A5C-FC9C-4E0E-8855-445E9824A927}" dt="2025-10-17T12:30:11.463" v="382" actId="20577"/>
        <pc:sldMkLst>
          <pc:docMk/>
          <pc:sldMk cId="2332394858" sldId="344"/>
        </pc:sldMkLst>
        <pc:spChg chg="mod">
          <ac:chgData name="Denis Manley" userId="445117d2-14a5-4c3e-af19-f1006b049bb1" providerId="ADAL" clId="{8CC12A5C-FC9C-4E0E-8855-445E9824A927}" dt="2025-10-17T12:30:11.463" v="382" actId="20577"/>
          <ac:spMkLst>
            <pc:docMk/>
            <pc:sldMk cId="2332394858" sldId="344"/>
            <ac:spMk id="6" creationId="{BAD90BE8-A951-D435-9AE7-3C97331AE150}"/>
          </ac:spMkLst>
        </pc:spChg>
        <pc:picChg chg="del">
          <ac:chgData name="Denis Manley" userId="445117d2-14a5-4c3e-af19-f1006b049bb1" providerId="ADAL" clId="{8CC12A5C-FC9C-4E0E-8855-445E9824A927}" dt="2025-10-17T12:27:49.608" v="305" actId="478"/>
          <ac:picMkLst>
            <pc:docMk/>
            <pc:sldMk cId="2332394858" sldId="344"/>
            <ac:picMk id="5" creationId="{7C909323-563A-6787-930F-A80160A0FE22}"/>
          </ac:picMkLst>
        </pc:picChg>
        <pc:picChg chg="add mod">
          <ac:chgData name="Denis Manley" userId="445117d2-14a5-4c3e-af19-f1006b049bb1" providerId="ADAL" clId="{8CC12A5C-FC9C-4E0E-8855-445E9824A927}" dt="2025-10-17T12:29:02.149" v="311" actId="1076"/>
          <ac:picMkLst>
            <pc:docMk/>
            <pc:sldMk cId="2332394858" sldId="344"/>
            <ac:picMk id="7" creationId="{34E9EBE9-DC21-563C-95F8-AA10BE99C84D}"/>
          </ac:picMkLst>
        </pc:picChg>
      </pc:sldChg>
      <pc:sldChg chg="addSp delSp mod">
        <pc:chgData name="Denis Manley" userId="445117d2-14a5-4c3e-af19-f1006b049bb1" providerId="ADAL" clId="{8CC12A5C-FC9C-4E0E-8855-445E9824A927}" dt="2025-10-17T12:30:29.416" v="384" actId="478"/>
        <pc:sldMkLst>
          <pc:docMk/>
          <pc:sldMk cId="2442878774" sldId="351"/>
        </pc:sldMkLst>
        <pc:picChg chg="add del">
          <ac:chgData name="Denis Manley" userId="445117d2-14a5-4c3e-af19-f1006b049bb1" providerId="ADAL" clId="{8CC12A5C-FC9C-4E0E-8855-445E9824A927}" dt="2025-10-17T12:30:29.416" v="384" actId="478"/>
          <ac:picMkLst>
            <pc:docMk/>
            <pc:sldMk cId="2442878774" sldId="351"/>
            <ac:picMk id="5" creationId="{C7147F87-584E-FFC7-430D-4C403D0F9A0D}"/>
          </ac:picMkLst>
        </pc:picChg>
      </pc:sldChg>
      <pc:sldChg chg="modSp new mod setBg">
        <pc:chgData name="Denis Manley" userId="445117d2-14a5-4c3e-af19-f1006b049bb1" providerId="ADAL" clId="{8CC12A5C-FC9C-4E0E-8855-445E9824A927}" dt="2025-10-16T18:11:32.789" v="293"/>
        <pc:sldMkLst>
          <pc:docMk/>
          <pc:sldMk cId="191522275" sldId="352"/>
        </pc:sldMkLst>
        <pc:spChg chg="mod">
          <ac:chgData name="Denis Manley" userId="445117d2-14a5-4c3e-af19-f1006b049bb1" providerId="ADAL" clId="{8CC12A5C-FC9C-4E0E-8855-445E9824A927}" dt="2025-10-16T18:08:12.505" v="47" actId="14100"/>
          <ac:spMkLst>
            <pc:docMk/>
            <pc:sldMk cId="191522275" sldId="352"/>
            <ac:spMk id="2" creationId="{FD8F15A0-6E7B-1DA9-159B-F4FE659DED4E}"/>
          </ac:spMkLst>
        </pc:spChg>
        <pc:spChg chg="mod">
          <ac:chgData name="Denis Manley" userId="445117d2-14a5-4c3e-af19-f1006b049bb1" providerId="ADAL" clId="{8CC12A5C-FC9C-4E0E-8855-445E9824A927}" dt="2025-10-16T18:10:39.205" v="292" actId="20577"/>
          <ac:spMkLst>
            <pc:docMk/>
            <pc:sldMk cId="191522275" sldId="352"/>
            <ac:spMk id="3" creationId="{AD7BD850-C234-EC18-CD20-C3F89CF182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7BD56-CCC1-4B10-858E-2064BF872359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6908D-7E70-48B0-8BC1-9F3A78FB4D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435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609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0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14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752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312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631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34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50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162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613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4963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3F765-C2D0-40C0-AD68-986E4D6151E6}" type="datetime1">
              <a:rPr lang="en-US"/>
              <a:pPr>
                <a:defRPr/>
              </a:pPr>
              <a:t>10/17/2025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©1992-2013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024C2-6306-4442-A836-6B8CD0126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7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E413-A6AC-4051-AA3A-8D26A09547B5}" type="datetimeFigureOut">
              <a:rPr lang="en-IE" smtClean="0"/>
              <a:t>17/10/2025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845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/>
          <a:lstStyle/>
          <a:p>
            <a:r>
              <a:rPr lang="en-IE" dirty="0"/>
              <a:t>Queues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56720"/>
            <a:ext cx="6400800" cy="1752600"/>
          </a:xfrm>
        </p:spPr>
        <p:txBody>
          <a:bodyPr/>
          <a:lstStyle/>
          <a:p>
            <a:r>
              <a:rPr lang="en-IE" dirty="0"/>
              <a:t>First in First out subset of a link list</a:t>
            </a:r>
          </a:p>
        </p:txBody>
      </p:sp>
    </p:spTree>
    <p:extLst>
      <p:ext uri="{BB962C8B-B14F-4D97-AF65-F5344CB8AC3E}">
        <p14:creationId xmlns:p14="http://schemas.microsoft.com/office/powerpoint/2010/main" val="52317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en-IE" dirty="0"/>
              <a:t>What is a queue?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Queue: Data Structures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66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ight Arrow 7"/>
          <p:cNvSpPr/>
          <p:nvPr/>
        </p:nvSpPr>
        <p:spPr>
          <a:xfrm>
            <a:off x="212372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262778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ight Arrow 9"/>
          <p:cNvSpPr/>
          <p:nvPr/>
        </p:nvSpPr>
        <p:spPr>
          <a:xfrm>
            <a:off x="320384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370790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ight Arrow 11"/>
          <p:cNvSpPr/>
          <p:nvPr/>
        </p:nvSpPr>
        <p:spPr>
          <a:xfrm>
            <a:off x="428396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478802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ight Arrow 13"/>
          <p:cNvSpPr/>
          <p:nvPr/>
        </p:nvSpPr>
        <p:spPr>
          <a:xfrm>
            <a:off x="536408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 14"/>
          <p:cNvSpPr/>
          <p:nvPr/>
        </p:nvSpPr>
        <p:spPr>
          <a:xfrm>
            <a:off x="586814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Right Arrow 15"/>
          <p:cNvSpPr/>
          <p:nvPr/>
        </p:nvSpPr>
        <p:spPr>
          <a:xfrm>
            <a:off x="644420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Rectangle 16"/>
          <p:cNvSpPr/>
          <p:nvPr/>
        </p:nvSpPr>
        <p:spPr>
          <a:xfrm>
            <a:off x="6948264" y="3365376"/>
            <a:ext cx="57606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Bent Arrow 18"/>
          <p:cNvSpPr/>
          <p:nvPr/>
        </p:nvSpPr>
        <p:spPr>
          <a:xfrm rot="10800000" flipV="1">
            <a:off x="395536" y="2501280"/>
            <a:ext cx="1152128" cy="1548172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4509120"/>
            <a:ext cx="7128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b="1" dirty="0"/>
              <a:t>A queue is used in many places in operating systems: </a:t>
            </a:r>
            <a:r>
              <a:rPr lang="en-IE" sz="2400" b="1" i="1" dirty="0"/>
              <a:t>e.g. process, virtual memory, input/output operations </a:t>
            </a:r>
            <a:r>
              <a:rPr lang="en-IE" sz="2400" b="1" dirty="0"/>
              <a:t> </a:t>
            </a:r>
          </a:p>
          <a:p>
            <a:r>
              <a:rPr lang="en-IE" sz="2400" b="1" dirty="0"/>
              <a:t>It’s a structure that conforms to the principle of First In, First Out (FIFO).</a:t>
            </a:r>
          </a:p>
          <a:p>
            <a:r>
              <a:rPr lang="en-IE" sz="2400" b="1" dirty="0"/>
              <a:t>The first item to join the queue is the first item to be served.</a:t>
            </a:r>
          </a:p>
        </p:txBody>
      </p:sp>
      <p:sp>
        <p:nvSpPr>
          <p:cNvPr id="4" name="Oval 3"/>
          <p:cNvSpPr/>
          <p:nvPr/>
        </p:nvSpPr>
        <p:spPr>
          <a:xfrm>
            <a:off x="1691680" y="1700808"/>
            <a:ext cx="1872208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head of queue</a:t>
            </a:r>
          </a:p>
        </p:txBody>
      </p:sp>
      <p:sp>
        <p:nvSpPr>
          <p:cNvPr id="21" name="Oval 20"/>
          <p:cNvSpPr/>
          <p:nvPr/>
        </p:nvSpPr>
        <p:spPr>
          <a:xfrm>
            <a:off x="5580112" y="1700808"/>
            <a:ext cx="1872208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tail of queue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835696" y="2636912"/>
            <a:ext cx="288032" cy="717683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7" idx="0"/>
          </p:cNvCxnSpPr>
          <p:nvPr/>
        </p:nvCxnSpPr>
        <p:spPr>
          <a:xfrm>
            <a:off x="6876256" y="2711317"/>
            <a:ext cx="360040" cy="654059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ent Arrow 25"/>
          <p:cNvSpPr/>
          <p:nvPr/>
        </p:nvSpPr>
        <p:spPr>
          <a:xfrm rot="10800000" flipV="1">
            <a:off x="7524328" y="3537012"/>
            <a:ext cx="1152128" cy="1548172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6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queue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The queue, like the link list and stack, is comprised of nodes.</a:t>
            </a:r>
          </a:p>
          <a:p>
            <a:endParaRPr lang="en-IE" dirty="0"/>
          </a:p>
          <a:p>
            <a:r>
              <a:rPr lang="en-IE" dirty="0"/>
              <a:t>It uses two functions which, by convention, are referred to as:</a:t>
            </a:r>
          </a:p>
          <a:p>
            <a:pPr lvl="1"/>
            <a:r>
              <a:rPr lang="en-IE" b="1" dirty="0" err="1"/>
              <a:t>enqueue</a:t>
            </a:r>
            <a:r>
              <a:rPr lang="en-IE" dirty="0"/>
              <a:t> (add node to end of queue)</a:t>
            </a:r>
          </a:p>
          <a:p>
            <a:pPr lvl="1"/>
            <a:r>
              <a:rPr lang="en-IE" b="1" dirty="0" err="1"/>
              <a:t>dequeue</a:t>
            </a:r>
            <a:r>
              <a:rPr lang="en-IE" dirty="0"/>
              <a:t> (remove node from head of queue)</a:t>
            </a:r>
          </a:p>
          <a:p>
            <a:endParaRPr lang="en-IE" dirty="0"/>
          </a:p>
          <a:p>
            <a:r>
              <a:rPr lang="en-IE" dirty="0"/>
              <a:t>It has the constraint of </a:t>
            </a:r>
            <a:r>
              <a:rPr lang="en-IE" i="1" dirty="0"/>
              <a:t>not removing</a:t>
            </a:r>
            <a:r>
              <a:rPr lang="en-IE" dirty="0"/>
              <a:t> a node from an </a:t>
            </a:r>
            <a:r>
              <a:rPr lang="en-IE" i="1" dirty="0"/>
              <a:t>empty queue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7616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E" dirty="0"/>
              <a:t>Function Main</a:t>
            </a:r>
          </a:p>
        </p:txBody>
      </p:sp>
      <p:pic>
        <p:nvPicPr>
          <p:cNvPr id="4" name="Content Placeholder 3" descr="denis.manley@apollo: ~/OS2/Week5_stack_queu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908720"/>
            <a:ext cx="6494576" cy="5772956"/>
          </a:xfrm>
        </p:spPr>
      </p:pic>
    </p:spTree>
    <p:extLst>
      <p:ext uri="{BB962C8B-B14F-4D97-AF65-F5344CB8AC3E}">
        <p14:creationId xmlns:p14="http://schemas.microsoft.com/office/powerpoint/2010/main" val="74105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r>
              <a:rPr lang="en-IE" dirty="0" err="1"/>
              <a:t>Enqueue</a:t>
            </a:r>
            <a:r>
              <a:rPr lang="en-IE" dirty="0"/>
              <a:t> function</a:t>
            </a:r>
          </a:p>
        </p:txBody>
      </p:sp>
      <p:pic>
        <p:nvPicPr>
          <p:cNvPr id="4" name="Content Placeholder 3" descr="denis.manley@apollo: ~/OS2/Week5_stack_queu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80728"/>
            <a:ext cx="8423658" cy="5690649"/>
          </a:xfrm>
        </p:spPr>
      </p:pic>
    </p:spTree>
    <p:extLst>
      <p:ext uri="{BB962C8B-B14F-4D97-AF65-F5344CB8AC3E}">
        <p14:creationId xmlns:p14="http://schemas.microsoft.com/office/powerpoint/2010/main" val="112571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1B4C-24B2-891A-864C-286A4BAE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Enqueue 3 nodes: </a:t>
            </a:r>
            <a:r>
              <a:rPr lang="en-US" dirty="0" err="1"/>
              <a:t>Queue.c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24DF4-875B-B383-6060-740733089A03}"/>
              </a:ext>
            </a:extLst>
          </p:cNvPr>
          <p:cNvSpPr txBox="1"/>
          <p:nvPr/>
        </p:nvSpPr>
        <p:spPr>
          <a:xfrm>
            <a:off x="755576" y="645333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Illustrate add node N address 4b20 to this queue</a:t>
            </a:r>
            <a:endParaRPr lang="en-GB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871763-A9BA-3589-4CF6-F0E609516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47" y="1124744"/>
            <a:ext cx="7016671" cy="5001419"/>
          </a:xfrm>
        </p:spPr>
      </p:pic>
    </p:spTree>
    <p:extLst>
      <p:ext uri="{BB962C8B-B14F-4D97-AF65-F5344CB8AC3E}">
        <p14:creationId xmlns:p14="http://schemas.microsoft.com/office/powerpoint/2010/main" val="743898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2251"/>
          </a:xfrm>
        </p:spPr>
        <p:txBody>
          <a:bodyPr/>
          <a:lstStyle/>
          <a:p>
            <a:r>
              <a:rPr lang="en-IE" dirty="0"/>
              <a:t>Sample </a:t>
            </a:r>
            <a:r>
              <a:rPr lang="en-IE" b="1" dirty="0" err="1"/>
              <a:t>dequeue</a:t>
            </a:r>
            <a:r>
              <a:rPr lang="en-IE" dirty="0"/>
              <a:t> code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400600"/>
          </a:xfrm>
        </p:spPr>
        <p:txBody>
          <a:bodyPr/>
          <a:lstStyle/>
          <a:p>
            <a:endParaRPr lang="en-IE" dirty="0"/>
          </a:p>
        </p:txBody>
      </p:sp>
      <p:pic>
        <p:nvPicPr>
          <p:cNvPr id="5" name="Picture 4" descr="denis.manley@apollo: ~/OS2/Week5_stack_queu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7" y="1196752"/>
            <a:ext cx="8166447" cy="49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5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F2F8-9A15-7EA6-15D4-86FE2E68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Dequeue 2 nodes: </a:t>
            </a:r>
            <a:r>
              <a:rPr lang="en-US" dirty="0" err="1"/>
              <a:t>Queue.c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5BB95-0176-66EA-2F10-837AC17BC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8229600" cy="518457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90BE8-A951-D435-9AE7-3C97331AE150}"/>
              </a:ext>
            </a:extLst>
          </p:cNvPr>
          <p:cNvSpPr txBox="1"/>
          <p:nvPr/>
        </p:nvSpPr>
        <p:spPr>
          <a:xfrm>
            <a:off x="1115616" y="6021288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nodes in Queue. Sample output Deleted (Dequeued) two nodes. 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09FF1D-3A8B-FF9A-61AF-ECED83656C14}"/>
              </a:ext>
            </a:extLst>
          </p:cNvPr>
          <p:cNvCxnSpPr/>
          <p:nvPr/>
        </p:nvCxnSpPr>
        <p:spPr>
          <a:xfrm flipV="1">
            <a:off x="2555776" y="3068960"/>
            <a:ext cx="4752528" cy="309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34E9EBE9-DC21-563C-95F8-AA10BE99C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68" y="968566"/>
            <a:ext cx="8291264" cy="287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9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Print Function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268760"/>
            <a:ext cx="6925692" cy="4464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9592" y="6237312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Why is </a:t>
            </a:r>
            <a:r>
              <a:rPr lang="en-IE" dirty="0" err="1"/>
              <a:t>currentPtr</a:t>
            </a:r>
            <a:r>
              <a:rPr lang="en-IE" dirty="0"/>
              <a:t> a “single” pointer to a node; What does it store?</a:t>
            </a:r>
          </a:p>
        </p:txBody>
      </p:sp>
    </p:spTree>
    <p:extLst>
      <p:ext uri="{BB962C8B-B14F-4D97-AF65-F5344CB8AC3E}">
        <p14:creationId xmlns:p14="http://schemas.microsoft.com/office/powerpoint/2010/main" val="365254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672-8334-C41F-532A-6CEA797B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en-IE" dirty="0"/>
              <a:t>Class Question Illustrate the variables in Print Queue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97F92-7504-F144-881F-DDF27F722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IE" dirty="0"/>
              <a:t>Given a queue with 3 nodes (refer to slide enqueue to non empty queue) Illustrate:</a:t>
            </a:r>
          </a:p>
          <a:p>
            <a:r>
              <a:rPr lang="en-IE" dirty="0"/>
              <a:t>show the changes to </a:t>
            </a:r>
            <a:r>
              <a:rPr lang="en-IE" dirty="0" err="1"/>
              <a:t>currentPtr</a:t>
            </a:r>
            <a:r>
              <a:rPr lang="en-IE" dirty="0"/>
              <a:t> as the list is printed. </a:t>
            </a:r>
          </a:p>
          <a:p>
            <a:r>
              <a:rPr lang="en-IE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47F87-584E-FFC7-430D-4C403D0F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63" y="4106493"/>
            <a:ext cx="8309896" cy="155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78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Why does a missing * cause erratic behaviour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</p:spPr>
        <p:txBody>
          <a:bodyPr/>
          <a:lstStyle/>
          <a:p>
            <a:endParaRPr lang="en-I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BF30EC-4B14-A235-D67C-27ED7BBBCACE}"/>
              </a:ext>
            </a:extLst>
          </p:cNvPr>
          <p:cNvSpPr txBox="1"/>
          <p:nvPr/>
        </p:nvSpPr>
        <p:spPr>
          <a:xfrm>
            <a:off x="867080" y="6412686"/>
            <a:ext cx="2408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Issue with code is here.</a:t>
            </a:r>
          </a:p>
        </p:txBody>
      </p:sp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D0D3010-783E-DE41-F358-A73BA3289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005706"/>
            <a:ext cx="6946821" cy="494357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B2C719-88A8-8A98-4724-B623FEF7882A}"/>
              </a:ext>
            </a:extLst>
          </p:cNvPr>
          <p:cNvCxnSpPr/>
          <p:nvPr/>
        </p:nvCxnSpPr>
        <p:spPr>
          <a:xfrm flipV="1">
            <a:off x="1835696" y="3573016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8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06090"/>
          </a:xfrm>
        </p:spPr>
        <p:txBody>
          <a:bodyPr/>
          <a:lstStyle/>
          <a:p>
            <a:r>
              <a:rPr lang="en-IE" dirty="0"/>
              <a:t>Explain why it results below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/>
          </a:bodyPr>
          <a:lstStyle/>
          <a:p>
            <a:r>
              <a:rPr lang="en-IE" sz="2400" dirty="0"/>
              <a:t>Compiling the code gives the following warning and execution of code in previous slide: only showing enqueue function</a:t>
            </a:r>
          </a:p>
          <a:p>
            <a:r>
              <a:rPr lang="en-IE" sz="2400" dirty="0"/>
              <a:t> 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87D57A-1D7A-2A94-5DF7-8AD8A5DEE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85638"/>
            <a:ext cx="7430537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0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Lab/Class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r>
              <a:rPr lang="en-IE" dirty="0"/>
              <a:t>Hint: </a:t>
            </a:r>
          </a:p>
          <a:p>
            <a:r>
              <a:rPr lang="en-IE" dirty="0"/>
              <a:t>A warning is not the same as an error. A program will run with a warning but:</a:t>
            </a:r>
          </a:p>
          <a:p>
            <a:r>
              <a:rPr lang="en-IE" dirty="0"/>
              <a:t>may not behave as expected. </a:t>
            </a:r>
          </a:p>
          <a:p>
            <a:r>
              <a:rPr lang="en-IE" dirty="0"/>
              <a:t>Cause segmentation fault is often the result in trying to access a memory location that does not exist. </a:t>
            </a:r>
          </a:p>
        </p:txBody>
      </p:sp>
    </p:spTree>
    <p:extLst>
      <p:ext uri="{BB962C8B-B14F-4D97-AF65-F5344CB8AC3E}">
        <p14:creationId xmlns:p14="http://schemas.microsoft.com/office/powerpoint/2010/main" val="3693893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Describe</a:t>
            </a:r>
            <a:r>
              <a:rPr lang="en-IE" dirty="0"/>
              <a:t>, using examples, what is a queue data structure and give two examples  of where it may used in operating systems. 								</a:t>
            </a:r>
          </a:p>
        </p:txBody>
      </p:sp>
    </p:spTree>
    <p:extLst>
      <p:ext uri="{BB962C8B-B14F-4D97-AF65-F5344CB8AC3E}">
        <p14:creationId xmlns:p14="http://schemas.microsoft.com/office/powerpoint/2010/main" val="50142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IE" dirty="0"/>
              <a:t>Explain, using examples (include node addresses),  how to enqueue and dequeue  nodes from of a queue  </a:t>
            </a:r>
            <a:r>
              <a:rPr lang="en-IE" b="1" dirty="0"/>
              <a:t>(10 marks)</a:t>
            </a:r>
          </a:p>
          <a:p>
            <a:endParaRPr lang="en-IE" dirty="0"/>
          </a:p>
          <a:p>
            <a:r>
              <a:rPr lang="en-IE" dirty="0"/>
              <a:t>Explain, using examples (include node addresses),  how to push and pop  functions of a stack  		</a:t>
            </a:r>
            <a:r>
              <a:rPr lang="en-IE" b="1" dirty="0"/>
              <a:t>(10 marks)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4337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pPr algn="l"/>
            <a:r>
              <a:rPr lang="en-IE" sz="2400" dirty="0"/>
              <a:t>Explain if following “enqueue” function will correctly add (enqueue) nodes to a queue 				</a:t>
            </a:r>
            <a:r>
              <a:rPr lang="en-IE" sz="2400" b="1" dirty="0"/>
              <a:t>(10 marks)</a:t>
            </a:r>
            <a:endParaRPr lang="en-IE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</p:spPr>
        <p:txBody>
          <a:bodyPr>
            <a:noAutofit/>
          </a:bodyPr>
          <a:lstStyle/>
          <a:p>
            <a:endParaRPr lang="en-IE" sz="2000" b="1" dirty="0"/>
          </a:p>
        </p:txBody>
      </p:sp>
      <p:pic>
        <p:nvPicPr>
          <p:cNvPr id="4" name="Picture 3" descr="denis.manley@apollo: ~/OS2/Week5_stack_queu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19" y="1153647"/>
            <a:ext cx="6636233" cy="529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97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IE" sz="2400" dirty="0"/>
              <a:t>Explain what the following code does and </a:t>
            </a:r>
            <a:r>
              <a:rPr lang="en-IE" sz="2400" dirty="0" err="1"/>
              <a:t>ìf</a:t>
            </a:r>
            <a:r>
              <a:rPr lang="en-IE" sz="2400" dirty="0"/>
              <a:t> it will successfully remove nodes from queue 	</a:t>
            </a:r>
            <a:r>
              <a:rPr lang="en-IE" sz="2400" b="1" dirty="0"/>
              <a:t>(10 marks)</a:t>
            </a:r>
            <a:r>
              <a:rPr lang="en-IE" sz="2400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</p:spPr>
        <p:txBody>
          <a:bodyPr>
            <a:normAutofit fontScale="62500" lnSpcReduction="20000"/>
          </a:bodyPr>
          <a:lstStyle/>
          <a:p>
            <a:endParaRPr lang="en-IE" dirty="0"/>
          </a:p>
          <a:p>
            <a:r>
              <a:rPr lang="en-IE" dirty="0"/>
              <a:t>char </a:t>
            </a:r>
            <a:r>
              <a:rPr lang="en-IE" dirty="0" err="1"/>
              <a:t>dequeue</a:t>
            </a:r>
            <a:r>
              <a:rPr lang="en-IE" dirty="0"/>
              <a:t>(</a:t>
            </a:r>
            <a:r>
              <a:rPr lang="en-IE" dirty="0" err="1"/>
              <a:t>QueueNode</a:t>
            </a:r>
            <a:r>
              <a:rPr lang="en-IE" dirty="0"/>
              <a:t>** </a:t>
            </a:r>
            <a:r>
              <a:rPr lang="en-IE" dirty="0" err="1"/>
              <a:t>headPtr</a:t>
            </a:r>
            <a:r>
              <a:rPr lang="en-IE" dirty="0"/>
              <a:t>, </a:t>
            </a:r>
            <a:r>
              <a:rPr lang="en-IE" dirty="0" err="1"/>
              <a:t>QueueNode</a:t>
            </a:r>
            <a:r>
              <a:rPr lang="en-IE" dirty="0"/>
              <a:t>** </a:t>
            </a:r>
            <a:r>
              <a:rPr lang="en-IE" dirty="0" err="1"/>
              <a:t>tailPtr</a:t>
            </a:r>
            <a:r>
              <a:rPr lang="en-IE" dirty="0"/>
              <a:t>)</a:t>
            </a:r>
          </a:p>
          <a:p>
            <a:r>
              <a:rPr lang="en-IE" dirty="0"/>
              <a:t>{ </a:t>
            </a:r>
          </a:p>
          <a:p>
            <a:r>
              <a:rPr lang="en-IE" dirty="0"/>
              <a:t>   if (*</a:t>
            </a:r>
            <a:r>
              <a:rPr lang="en-IE" dirty="0" err="1"/>
              <a:t>headPtr</a:t>
            </a:r>
            <a:r>
              <a:rPr lang="en-IE" dirty="0"/>
              <a:t> != NULL){</a:t>
            </a:r>
          </a:p>
          <a:p>
            <a:r>
              <a:rPr lang="en-IE" dirty="0"/>
              <a:t>   char value = (*</a:t>
            </a:r>
            <a:r>
              <a:rPr lang="en-IE" dirty="0" err="1"/>
              <a:t>headPtr</a:t>
            </a:r>
            <a:r>
              <a:rPr lang="en-IE" dirty="0"/>
              <a:t>)-&gt;data;      </a:t>
            </a:r>
          </a:p>
          <a:p>
            <a:r>
              <a:rPr lang="en-IE" dirty="0"/>
              <a:t>   </a:t>
            </a:r>
            <a:r>
              <a:rPr lang="en-IE" dirty="0" err="1"/>
              <a:t>QueueNode</a:t>
            </a:r>
            <a:r>
              <a:rPr lang="en-IE" dirty="0"/>
              <a:t>* </a:t>
            </a:r>
            <a:r>
              <a:rPr lang="en-IE" dirty="0" err="1"/>
              <a:t>tempPtr</a:t>
            </a:r>
            <a:r>
              <a:rPr lang="en-IE" dirty="0"/>
              <a:t> = </a:t>
            </a:r>
            <a:r>
              <a:rPr lang="en-IE" dirty="0" err="1"/>
              <a:t>headPtr</a:t>
            </a:r>
            <a:r>
              <a:rPr lang="en-IE" dirty="0"/>
              <a:t>;              </a:t>
            </a:r>
          </a:p>
          <a:p>
            <a:r>
              <a:rPr lang="en-IE" dirty="0"/>
              <a:t>   </a:t>
            </a:r>
            <a:r>
              <a:rPr lang="en-IE" dirty="0" err="1"/>
              <a:t>headPtr</a:t>
            </a:r>
            <a:r>
              <a:rPr lang="en-IE" dirty="0"/>
              <a:t> = (*</a:t>
            </a:r>
            <a:r>
              <a:rPr lang="en-IE" dirty="0" err="1"/>
              <a:t>headPtr</a:t>
            </a:r>
            <a:r>
              <a:rPr lang="en-IE" dirty="0"/>
              <a:t>)-&gt;</a:t>
            </a:r>
            <a:r>
              <a:rPr lang="en-IE" dirty="0" err="1"/>
              <a:t>nextPtr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   if (*</a:t>
            </a:r>
            <a:r>
              <a:rPr lang="en-IE" dirty="0" err="1"/>
              <a:t>headPtr</a:t>
            </a:r>
            <a:r>
              <a:rPr lang="en-IE" dirty="0"/>
              <a:t> == NULL) {</a:t>
            </a:r>
          </a:p>
          <a:p>
            <a:r>
              <a:rPr lang="en-IE" dirty="0"/>
              <a:t>      </a:t>
            </a:r>
            <a:r>
              <a:rPr lang="en-IE" dirty="0" err="1"/>
              <a:t>tailPtr</a:t>
            </a:r>
            <a:r>
              <a:rPr lang="en-IE" dirty="0"/>
              <a:t> = NULL;</a:t>
            </a:r>
          </a:p>
          <a:p>
            <a:r>
              <a:rPr lang="en-IE" dirty="0"/>
              <a:t>   } </a:t>
            </a:r>
          </a:p>
          <a:p>
            <a:endParaRPr lang="en-IE" dirty="0"/>
          </a:p>
          <a:p>
            <a:r>
              <a:rPr lang="en-IE" dirty="0"/>
              <a:t>   free(</a:t>
            </a:r>
            <a:r>
              <a:rPr lang="en-IE" dirty="0" err="1"/>
              <a:t>tempPtr</a:t>
            </a:r>
            <a:r>
              <a:rPr lang="en-IE" dirty="0"/>
              <a:t>);</a:t>
            </a:r>
          </a:p>
          <a:p>
            <a:r>
              <a:rPr lang="en-IE" dirty="0"/>
              <a:t>   return value;</a:t>
            </a:r>
          </a:p>
          <a:p>
            <a:r>
              <a:rPr lang="en-IE" dirty="0"/>
              <a:t>}</a:t>
            </a:r>
          </a:p>
          <a:p>
            <a:r>
              <a:rPr lang="en-IE" dirty="0"/>
              <a:t>Else</a:t>
            </a:r>
          </a:p>
          <a:p>
            <a:pPr lvl="1"/>
            <a:r>
              <a:rPr lang="en-IE" dirty="0" err="1"/>
              <a:t>Printf</a:t>
            </a:r>
            <a:r>
              <a:rPr lang="en-IE" dirty="0"/>
              <a:t>(“</a:t>
            </a:r>
            <a:r>
              <a:rPr lang="en-IE" dirty="0" err="1"/>
              <a:t>bla</a:t>
            </a:r>
            <a:r>
              <a:rPr lang="en-IE" dirty="0"/>
              <a:t> </a:t>
            </a:r>
            <a:r>
              <a:rPr lang="en-IE" dirty="0" err="1"/>
              <a:t>bla</a:t>
            </a:r>
            <a:r>
              <a:rPr lang="en-IE" dirty="0"/>
              <a:t> </a:t>
            </a:r>
            <a:r>
              <a:rPr lang="en-IE" dirty="0" err="1"/>
              <a:t>bla</a:t>
            </a:r>
            <a:r>
              <a:rPr lang="en-IE" dirty="0"/>
              <a:t>….”); </a:t>
            </a:r>
          </a:p>
          <a:p>
            <a:pPr marL="457200" lvl="1" indent="0">
              <a:buNone/>
            </a:pPr>
            <a:r>
              <a:rPr lang="en-IE" dirty="0"/>
              <a:t>} 							</a:t>
            </a:r>
            <a:endParaRPr lang="en-IE" sz="3800" b="1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7055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15A0-6E7B-1DA9-159B-F4FE659D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IE" dirty="0"/>
              <a:t>Illustrate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BD850-C234-EC18-CD20-C3F89CF18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IE" dirty="0"/>
              <a:t>Illustrate the expected output if you run the above programs: if the Queue has 3 nodes; 						(5 marks) </a:t>
            </a:r>
          </a:p>
          <a:p>
            <a:endParaRPr lang="en-IE" dirty="0"/>
          </a:p>
          <a:p>
            <a:r>
              <a:rPr lang="en-IE" dirty="0"/>
              <a:t>If the code is empty and/or the code is not empty 						(5 marks)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152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597f2bb-e537-46ef-8ebe-6966386943e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598</Words>
  <Application>Microsoft Office PowerPoint</Application>
  <PresentationFormat>On-screen Show (4:3)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Queues</vt:lpstr>
      <vt:lpstr>Queue: Data Structures</vt:lpstr>
      <vt:lpstr>The queue </vt:lpstr>
      <vt:lpstr>Function Main</vt:lpstr>
      <vt:lpstr>Enqueue function</vt:lpstr>
      <vt:lpstr>Enqueue 3 nodes: Queue.c</vt:lpstr>
      <vt:lpstr>Sample dequeue code </vt:lpstr>
      <vt:lpstr>Dequeue 2 nodes: Queue.c</vt:lpstr>
      <vt:lpstr>Print Function</vt:lpstr>
      <vt:lpstr>Class Question Illustrate the variables in Print Queue </vt:lpstr>
      <vt:lpstr>Why does a missing * cause erratic behaviour </vt:lpstr>
      <vt:lpstr>Explain why it results below</vt:lpstr>
      <vt:lpstr>Lab/Class Questions</vt:lpstr>
      <vt:lpstr>Sample Questions</vt:lpstr>
      <vt:lpstr>Sample question </vt:lpstr>
      <vt:lpstr>Explain if following “enqueue” function will correctly add (enqueue) nodes to a queue     (10 marks)</vt:lpstr>
      <vt:lpstr>Explain what the following code does and ìf it will successfully remove nodes from queue  (10 marks)  </vt:lpstr>
      <vt:lpstr>Illustrate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and Queues</dc:title>
  <dc:creator>Denis Manley</dc:creator>
  <cp:lastModifiedBy>Denis Manley</cp:lastModifiedBy>
  <cp:revision>82</cp:revision>
  <dcterms:created xsi:type="dcterms:W3CDTF">2016-02-01T14:40:11Z</dcterms:created>
  <dcterms:modified xsi:type="dcterms:W3CDTF">2025-10-17T12:51:58Z</dcterms:modified>
</cp:coreProperties>
</file>