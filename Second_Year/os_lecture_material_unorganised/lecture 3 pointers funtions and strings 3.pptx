
<file path=[Content_Types].xml><?xml version="1.0" encoding="utf-8"?>
<Types xmlns="http://schemas.openxmlformats.org/package/2006/content-types"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90" r:id="rId4"/>
    <p:sldId id="259" r:id="rId5"/>
    <p:sldId id="283" r:id="rId6"/>
    <p:sldId id="260" r:id="rId7"/>
    <p:sldId id="286" r:id="rId8"/>
    <p:sldId id="291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92" r:id="rId19"/>
    <p:sldId id="287" r:id="rId20"/>
    <p:sldId id="288" r:id="rId21"/>
    <p:sldId id="289" r:id="rId22"/>
  </p:sldIdLst>
  <p:sldSz cx="9144000" cy="6858000" type="screen4x3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 Manley" userId="445117d2-14a5-4c3e-af19-f1006b049bb1" providerId="ADAL" clId="{8CC12A5C-FC9C-4E0E-8855-445E9824A927}"/>
    <pc:docChg chg="undo redo custSel addSld delSld modSld">
      <pc:chgData name="Denis Manley" userId="445117d2-14a5-4c3e-af19-f1006b049bb1" providerId="ADAL" clId="{8CC12A5C-FC9C-4E0E-8855-445E9824A927}" dt="2025-09-19T16:06:16.600" v="577" actId="47"/>
      <pc:docMkLst>
        <pc:docMk/>
      </pc:docMkLst>
      <pc:sldChg chg="modSp mod">
        <pc:chgData name="Denis Manley" userId="445117d2-14a5-4c3e-af19-f1006b049bb1" providerId="ADAL" clId="{8CC12A5C-FC9C-4E0E-8855-445E9824A927}" dt="2025-09-18T13:33:28.421" v="257" actId="20577"/>
        <pc:sldMkLst>
          <pc:docMk/>
          <pc:sldMk cId="2020089066" sldId="257"/>
        </pc:sldMkLst>
        <pc:spChg chg="mod">
          <ac:chgData name="Denis Manley" userId="445117d2-14a5-4c3e-af19-f1006b049bb1" providerId="ADAL" clId="{8CC12A5C-FC9C-4E0E-8855-445E9824A927}" dt="2025-09-18T13:33:28.421" v="257" actId="20577"/>
          <ac:spMkLst>
            <pc:docMk/>
            <pc:sldMk cId="2020089066" sldId="257"/>
            <ac:spMk id="3" creationId="{00000000-0000-0000-0000-000000000000}"/>
          </ac:spMkLst>
        </pc:spChg>
      </pc:sldChg>
      <pc:sldChg chg="addSp delSp modSp mod setBg">
        <pc:chgData name="Denis Manley" userId="445117d2-14a5-4c3e-af19-f1006b049bb1" providerId="ADAL" clId="{8CC12A5C-FC9C-4E0E-8855-445E9824A927}" dt="2025-09-18T14:37:20.447" v="347" actId="26606"/>
        <pc:sldMkLst>
          <pc:docMk/>
          <pc:sldMk cId="969385289" sldId="260"/>
        </pc:sldMkLst>
        <pc:spChg chg="mod">
          <ac:chgData name="Denis Manley" userId="445117d2-14a5-4c3e-af19-f1006b049bb1" providerId="ADAL" clId="{8CC12A5C-FC9C-4E0E-8855-445E9824A927}" dt="2025-09-18T14:37:20.447" v="347" actId="26606"/>
          <ac:spMkLst>
            <pc:docMk/>
            <pc:sldMk cId="969385289" sldId="260"/>
            <ac:spMk id="2" creationId="{00000000-0000-0000-0000-000000000000}"/>
          </ac:spMkLst>
        </pc:spChg>
        <pc:spChg chg="add del mod">
          <ac:chgData name="Denis Manley" userId="445117d2-14a5-4c3e-af19-f1006b049bb1" providerId="ADAL" clId="{8CC12A5C-FC9C-4E0E-8855-445E9824A927}" dt="2025-09-18T14:37:20.447" v="347" actId="26606"/>
          <ac:spMkLst>
            <pc:docMk/>
            <pc:sldMk cId="969385289" sldId="260"/>
            <ac:spMk id="3" creationId="{00000000-0000-0000-0000-000000000000}"/>
          </ac:spMkLst>
        </pc:spChg>
        <pc:spChg chg="add del">
          <ac:chgData name="Denis Manley" userId="445117d2-14a5-4c3e-af19-f1006b049bb1" providerId="ADAL" clId="{8CC12A5C-FC9C-4E0E-8855-445E9824A927}" dt="2025-09-18T14:35:38.201" v="339" actId="26606"/>
          <ac:spMkLst>
            <pc:docMk/>
            <pc:sldMk cId="969385289" sldId="260"/>
            <ac:spMk id="8" creationId="{907EF6B7-1338-4443-8C46-6A318D952DFD}"/>
          </ac:spMkLst>
        </pc:spChg>
        <pc:spChg chg="add del">
          <ac:chgData name="Denis Manley" userId="445117d2-14a5-4c3e-af19-f1006b049bb1" providerId="ADAL" clId="{8CC12A5C-FC9C-4E0E-8855-445E9824A927}" dt="2025-09-18T14:37:20.447" v="347" actId="26606"/>
          <ac:spMkLst>
            <pc:docMk/>
            <pc:sldMk cId="969385289" sldId="260"/>
            <ac:spMk id="9" creationId="{BACC6370-2D7E-4714-9D71-7542949D7D5D}"/>
          </ac:spMkLst>
        </pc:spChg>
        <pc:spChg chg="add del">
          <ac:chgData name="Denis Manley" userId="445117d2-14a5-4c3e-af19-f1006b049bb1" providerId="ADAL" clId="{8CC12A5C-FC9C-4E0E-8855-445E9824A927}" dt="2025-09-18T14:35:38.201" v="339" actId="26606"/>
          <ac:spMkLst>
            <pc:docMk/>
            <pc:sldMk cId="969385289" sldId="260"/>
            <ac:spMk id="10" creationId="{DAAE4CDD-124C-4DCF-9584-B6033B545DD5}"/>
          </ac:spMkLst>
        </pc:spChg>
        <pc:spChg chg="add del">
          <ac:chgData name="Denis Manley" userId="445117d2-14a5-4c3e-af19-f1006b049bb1" providerId="ADAL" clId="{8CC12A5C-FC9C-4E0E-8855-445E9824A927}" dt="2025-09-18T14:37:20.447" v="347" actId="26606"/>
          <ac:spMkLst>
            <pc:docMk/>
            <pc:sldMk cId="969385289" sldId="260"/>
            <ac:spMk id="11" creationId="{256B2C21-A230-48C0-8DF1-C46611373C44}"/>
          </ac:spMkLst>
        </pc:spChg>
        <pc:spChg chg="add del">
          <ac:chgData name="Denis Manley" userId="445117d2-14a5-4c3e-af19-f1006b049bb1" providerId="ADAL" clId="{8CC12A5C-FC9C-4E0E-8855-445E9824A927}" dt="2025-09-18T14:35:38.201" v="339" actId="26606"/>
          <ac:spMkLst>
            <pc:docMk/>
            <pc:sldMk cId="969385289" sldId="260"/>
            <ac:spMk id="12" creationId="{081E4A58-353D-44AE-B2FC-2A74E2E400F7}"/>
          </ac:spMkLst>
        </pc:spChg>
        <pc:spChg chg="add del">
          <ac:chgData name="Denis Manley" userId="445117d2-14a5-4c3e-af19-f1006b049bb1" providerId="ADAL" clId="{8CC12A5C-FC9C-4E0E-8855-445E9824A927}" dt="2025-09-18T14:37:20.447" v="347" actId="26606"/>
          <ac:spMkLst>
            <pc:docMk/>
            <pc:sldMk cId="969385289" sldId="260"/>
            <ac:spMk id="13" creationId="{3847E18C-932D-4C95-AABA-FEC7C9499AD7}"/>
          </ac:spMkLst>
        </pc:spChg>
        <pc:spChg chg="add del">
          <ac:chgData name="Denis Manley" userId="445117d2-14a5-4c3e-af19-f1006b049bb1" providerId="ADAL" clId="{8CC12A5C-FC9C-4E0E-8855-445E9824A927}" dt="2025-09-18T14:37:20.447" v="347" actId="26606"/>
          <ac:spMkLst>
            <pc:docMk/>
            <pc:sldMk cId="969385289" sldId="260"/>
            <ac:spMk id="15" creationId="{3150CB11-0C61-439E-910F-5787759E72A0}"/>
          </ac:spMkLst>
        </pc:spChg>
        <pc:spChg chg="add del">
          <ac:chgData name="Denis Manley" userId="445117d2-14a5-4c3e-af19-f1006b049bb1" providerId="ADAL" clId="{8CC12A5C-FC9C-4E0E-8855-445E9824A927}" dt="2025-09-18T14:37:20.447" v="347" actId="26606"/>
          <ac:spMkLst>
            <pc:docMk/>
            <pc:sldMk cId="969385289" sldId="260"/>
            <ac:spMk id="17" creationId="{43F8A58B-5155-44CE-A5FF-7647B47D0A7A}"/>
          </ac:spMkLst>
        </pc:spChg>
        <pc:spChg chg="add del">
          <ac:chgData name="Denis Manley" userId="445117d2-14a5-4c3e-af19-f1006b049bb1" providerId="ADAL" clId="{8CC12A5C-FC9C-4E0E-8855-445E9824A927}" dt="2025-09-18T14:37:20.447" v="347" actId="26606"/>
          <ac:spMkLst>
            <pc:docMk/>
            <pc:sldMk cId="969385289" sldId="260"/>
            <ac:spMk id="19" creationId="{443F2ACA-E6D6-4028-82DD-F03C262D5DE6}"/>
          </ac:spMkLst>
        </pc:spChg>
        <pc:graphicFrameChg chg="add del">
          <ac:chgData name="Denis Manley" userId="445117d2-14a5-4c3e-af19-f1006b049bb1" providerId="ADAL" clId="{8CC12A5C-FC9C-4E0E-8855-445E9824A927}" dt="2025-09-18T14:37:20.447" v="347" actId="26606"/>
          <ac:graphicFrameMkLst>
            <pc:docMk/>
            <pc:sldMk cId="969385289" sldId="260"/>
            <ac:graphicFrameMk id="5" creationId="{950FE835-E0D3-5A47-4603-9BF90BDA2614}"/>
          </ac:graphicFrameMkLst>
        </pc:graphicFrameChg>
      </pc:sldChg>
      <pc:sldChg chg="addSp delSp modSp mod setBg">
        <pc:chgData name="Denis Manley" userId="445117d2-14a5-4c3e-af19-f1006b049bb1" providerId="ADAL" clId="{8CC12A5C-FC9C-4E0E-8855-445E9824A927}" dt="2025-09-18T14:37:18.979" v="346" actId="26606"/>
        <pc:sldMkLst>
          <pc:docMk/>
          <pc:sldMk cId="1962407954" sldId="261"/>
        </pc:sldMkLst>
        <pc:spChg chg="mod">
          <ac:chgData name="Denis Manley" userId="445117d2-14a5-4c3e-af19-f1006b049bb1" providerId="ADAL" clId="{8CC12A5C-FC9C-4E0E-8855-445E9824A927}" dt="2025-09-18T14:37:18.979" v="346" actId="26606"/>
          <ac:spMkLst>
            <pc:docMk/>
            <pc:sldMk cId="1962407954" sldId="261"/>
            <ac:spMk id="2" creationId="{00000000-0000-0000-0000-000000000000}"/>
          </ac:spMkLst>
        </pc:spChg>
        <pc:spChg chg="add del">
          <ac:chgData name="Denis Manley" userId="445117d2-14a5-4c3e-af19-f1006b049bb1" providerId="ADAL" clId="{8CC12A5C-FC9C-4E0E-8855-445E9824A927}" dt="2025-09-18T14:37:18.979" v="346" actId="26606"/>
          <ac:spMkLst>
            <pc:docMk/>
            <pc:sldMk cId="1962407954" sldId="261"/>
            <ac:spMk id="3" creationId="{00000000-0000-0000-0000-000000000000}"/>
          </ac:spMkLst>
        </pc:spChg>
        <pc:spChg chg="add del">
          <ac:chgData name="Denis Manley" userId="445117d2-14a5-4c3e-af19-f1006b049bb1" providerId="ADAL" clId="{8CC12A5C-FC9C-4E0E-8855-445E9824A927}" dt="2025-09-18T14:37:18.979" v="346" actId="26606"/>
          <ac:spMkLst>
            <pc:docMk/>
            <pc:sldMk cId="1962407954" sldId="261"/>
            <ac:spMk id="9" creationId="{BACC6370-2D7E-4714-9D71-7542949D7D5D}"/>
          </ac:spMkLst>
        </pc:spChg>
        <pc:spChg chg="add del">
          <ac:chgData name="Denis Manley" userId="445117d2-14a5-4c3e-af19-f1006b049bb1" providerId="ADAL" clId="{8CC12A5C-FC9C-4E0E-8855-445E9824A927}" dt="2025-09-18T14:37:18.979" v="346" actId="26606"/>
          <ac:spMkLst>
            <pc:docMk/>
            <pc:sldMk cId="1962407954" sldId="261"/>
            <ac:spMk id="11" creationId="{256B2C21-A230-48C0-8DF1-C46611373C44}"/>
          </ac:spMkLst>
        </pc:spChg>
        <pc:spChg chg="add del">
          <ac:chgData name="Denis Manley" userId="445117d2-14a5-4c3e-af19-f1006b049bb1" providerId="ADAL" clId="{8CC12A5C-FC9C-4E0E-8855-445E9824A927}" dt="2025-09-18T14:37:18.979" v="346" actId="26606"/>
          <ac:spMkLst>
            <pc:docMk/>
            <pc:sldMk cId="1962407954" sldId="261"/>
            <ac:spMk id="13" creationId="{3847E18C-932D-4C95-AABA-FEC7C9499AD7}"/>
          </ac:spMkLst>
        </pc:spChg>
        <pc:spChg chg="add del">
          <ac:chgData name="Denis Manley" userId="445117d2-14a5-4c3e-af19-f1006b049bb1" providerId="ADAL" clId="{8CC12A5C-FC9C-4E0E-8855-445E9824A927}" dt="2025-09-18T14:37:18.979" v="346" actId="26606"/>
          <ac:spMkLst>
            <pc:docMk/>
            <pc:sldMk cId="1962407954" sldId="261"/>
            <ac:spMk id="15" creationId="{3150CB11-0C61-439E-910F-5787759E72A0}"/>
          </ac:spMkLst>
        </pc:spChg>
        <pc:spChg chg="add del">
          <ac:chgData name="Denis Manley" userId="445117d2-14a5-4c3e-af19-f1006b049bb1" providerId="ADAL" clId="{8CC12A5C-FC9C-4E0E-8855-445E9824A927}" dt="2025-09-18T14:37:18.979" v="346" actId="26606"/>
          <ac:spMkLst>
            <pc:docMk/>
            <pc:sldMk cId="1962407954" sldId="261"/>
            <ac:spMk id="17" creationId="{43F8A58B-5155-44CE-A5FF-7647B47D0A7A}"/>
          </ac:spMkLst>
        </pc:spChg>
        <pc:spChg chg="add del">
          <ac:chgData name="Denis Manley" userId="445117d2-14a5-4c3e-af19-f1006b049bb1" providerId="ADAL" clId="{8CC12A5C-FC9C-4E0E-8855-445E9824A927}" dt="2025-09-18T14:37:18.979" v="346" actId="26606"/>
          <ac:spMkLst>
            <pc:docMk/>
            <pc:sldMk cId="1962407954" sldId="261"/>
            <ac:spMk id="19" creationId="{443F2ACA-E6D6-4028-82DD-F03C262D5DE6}"/>
          </ac:spMkLst>
        </pc:spChg>
        <pc:graphicFrameChg chg="add del">
          <ac:chgData name="Denis Manley" userId="445117d2-14a5-4c3e-af19-f1006b049bb1" providerId="ADAL" clId="{8CC12A5C-FC9C-4E0E-8855-445E9824A927}" dt="2025-09-18T14:37:18.979" v="346" actId="26606"/>
          <ac:graphicFrameMkLst>
            <pc:docMk/>
            <pc:sldMk cId="1962407954" sldId="261"/>
            <ac:graphicFrameMk id="5" creationId="{B4AC1AA8-F150-77D2-CCAD-0936D4549705}"/>
          </ac:graphicFrameMkLst>
        </pc:graphicFrameChg>
      </pc:sldChg>
      <pc:sldChg chg="modSp mod">
        <pc:chgData name="Denis Manley" userId="445117d2-14a5-4c3e-af19-f1006b049bb1" providerId="ADAL" clId="{8CC12A5C-FC9C-4E0E-8855-445E9824A927}" dt="2025-09-18T15:39:45.948" v="460" actId="20577"/>
        <pc:sldMkLst>
          <pc:docMk/>
          <pc:sldMk cId="1278363415" sldId="265"/>
        </pc:sldMkLst>
        <pc:spChg chg="mod">
          <ac:chgData name="Denis Manley" userId="445117d2-14a5-4c3e-af19-f1006b049bb1" providerId="ADAL" clId="{8CC12A5C-FC9C-4E0E-8855-445E9824A927}" dt="2025-09-18T15:39:45.948" v="460" actId="20577"/>
          <ac:spMkLst>
            <pc:docMk/>
            <pc:sldMk cId="1278363415" sldId="265"/>
            <ac:spMk id="3" creationId="{00000000-0000-0000-0000-000000000000}"/>
          </ac:spMkLst>
        </pc:spChg>
      </pc:sldChg>
      <pc:sldChg chg="modSp mod">
        <pc:chgData name="Denis Manley" userId="445117d2-14a5-4c3e-af19-f1006b049bb1" providerId="ADAL" clId="{8CC12A5C-FC9C-4E0E-8855-445E9824A927}" dt="2025-09-18T15:41:24.169" v="470" actId="14100"/>
        <pc:sldMkLst>
          <pc:docMk/>
          <pc:sldMk cId="2068965949" sldId="267"/>
        </pc:sldMkLst>
        <pc:spChg chg="mod">
          <ac:chgData name="Denis Manley" userId="445117d2-14a5-4c3e-af19-f1006b049bb1" providerId="ADAL" clId="{8CC12A5C-FC9C-4E0E-8855-445E9824A927}" dt="2025-09-18T15:41:24.169" v="470" actId="14100"/>
          <ac:spMkLst>
            <pc:docMk/>
            <pc:sldMk cId="2068965949" sldId="267"/>
            <ac:spMk id="2" creationId="{00000000-0000-0000-0000-000000000000}"/>
          </ac:spMkLst>
        </pc:spChg>
        <pc:spChg chg="mod">
          <ac:chgData name="Denis Manley" userId="445117d2-14a5-4c3e-af19-f1006b049bb1" providerId="ADAL" clId="{8CC12A5C-FC9C-4E0E-8855-445E9824A927}" dt="2025-09-18T15:41:23.434" v="469" actId="1076"/>
          <ac:spMkLst>
            <pc:docMk/>
            <pc:sldMk cId="2068965949" sldId="267"/>
            <ac:spMk id="3" creationId="{00000000-0000-0000-0000-000000000000}"/>
          </ac:spMkLst>
        </pc:spChg>
      </pc:sldChg>
      <pc:sldChg chg="add del">
        <pc:chgData name="Denis Manley" userId="445117d2-14a5-4c3e-af19-f1006b049bb1" providerId="ADAL" clId="{8CC12A5C-FC9C-4E0E-8855-445E9824A927}" dt="2025-09-18T15:42:27.855" v="472" actId="47"/>
        <pc:sldMkLst>
          <pc:docMk/>
          <pc:sldMk cId="1825692565" sldId="280"/>
        </pc:sldMkLst>
      </pc:sldChg>
      <pc:sldChg chg="add del">
        <pc:chgData name="Denis Manley" userId="445117d2-14a5-4c3e-af19-f1006b049bb1" providerId="ADAL" clId="{8CC12A5C-FC9C-4E0E-8855-445E9824A927}" dt="2025-09-18T15:42:36.342" v="473" actId="47"/>
        <pc:sldMkLst>
          <pc:docMk/>
          <pc:sldMk cId="3466490835" sldId="281"/>
        </pc:sldMkLst>
      </pc:sldChg>
      <pc:sldChg chg="addSp delSp modSp add del mod">
        <pc:chgData name="Denis Manley" userId="445117d2-14a5-4c3e-af19-f1006b049bb1" providerId="ADAL" clId="{8CC12A5C-FC9C-4E0E-8855-445E9824A927}" dt="2025-09-18T14:37:24.945" v="349" actId="20577"/>
        <pc:sldMkLst>
          <pc:docMk/>
          <pc:sldMk cId="3816617297" sldId="283"/>
        </pc:sldMkLst>
        <pc:spChg chg="mod">
          <ac:chgData name="Denis Manley" userId="445117d2-14a5-4c3e-af19-f1006b049bb1" providerId="ADAL" clId="{8CC12A5C-FC9C-4E0E-8855-445E9824A927}" dt="2025-09-18T14:37:24.945" v="349" actId="20577"/>
          <ac:spMkLst>
            <pc:docMk/>
            <pc:sldMk cId="3816617297" sldId="283"/>
            <ac:spMk id="4" creationId="{00000000-0000-0000-0000-000000000000}"/>
          </ac:spMkLst>
        </pc:spChg>
        <pc:spChg chg="add del mod">
          <ac:chgData name="Denis Manley" userId="445117d2-14a5-4c3e-af19-f1006b049bb1" providerId="ADAL" clId="{8CC12A5C-FC9C-4E0E-8855-445E9824A927}" dt="2025-09-18T14:32:47.174" v="261" actId="931"/>
          <ac:spMkLst>
            <pc:docMk/>
            <pc:sldMk cId="3816617297" sldId="283"/>
            <ac:spMk id="5" creationId="{71ED549D-81EA-B159-9C68-3EAEDF985BC0}"/>
          </ac:spMkLst>
        </pc:spChg>
        <pc:picChg chg="del">
          <ac:chgData name="Denis Manley" userId="445117d2-14a5-4c3e-af19-f1006b049bb1" providerId="ADAL" clId="{8CC12A5C-FC9C-4E0E-8855-445E9824A927}" dt="2025-09-18T14:32:33.005" v="260" actId="478"/>
          <ac:picMkLst>
            <pc:docMk/>
            <pc:sldMk cId="3816617297" sldId="283"/>
            <ac:picMk id="7" creationId="{00000000-0000-0000-0000-000000000000}"/>
          </ac:picMkLst>
        </pc:picChg>
        <pc:picChg chg="add mod">
          <ac:chgData name="Denis Manley" userId="445117d2-14a5-4c3e-af19-f1006b049bb1" providerId="ADAL" clId="{8CC12A5C-FC9C-4E0E-8855-445E9824A927}" dt="2025-09-18T14:32:57.884" v="264" actId="14100"/>
          <ac:picMkLst>
            <pc:docMk/>
            <pc:sldMk cId="3816617297" sldId="283"/>
            <ac:picMk id="8" creationId="{E489638B-9DE3-43A9-534B-95CB9C9764D2}"/>
          </ac:picMkLst>
        </pc:picChg>
        <pc:picChg chg="mod">
          <ac:chgData name="Denis Manley" userId="445117d2-14a5-4c3e-af19-f1006b049bb1" providerId="ADAL" clId="{8CC12A5C-FC9C-4E0E-8855-445E9824A927}" dt="2025-09-18T14:33:00.686" v="265" actId="1076"/>
          <ac:picMkLst>
            <pc:docMk/>
            <pc:sldMk cId="3816617297" sldId="283"/>
            <ac:picMk id="9" creationId="{55CBD176-040B-697F-31DC-ABC064E683A5}"/>
          </ac:picMkLst>
        </pc:picChg>
      </pc:sldChg>
      <pc:sldChg chg="modSp mod">
        <pc:chgData name="Denis Manley" userId="445117d2-14a5-4c3e-af19-f1006b049bb1" providerId="ADAL" clId="{8CC12A5C-FC9C-4E0E-8855-445E9824A927}" dt="2025-09-18T15:44:02.947" v="539" actId="27636"/>
        <pc:sldMkLst>
          <pc:docMk/>
          <pc:sldMk cId="3900543976" sldId="292"/>
        </pc:sldMkLst>
        <pc:spChg chg="mod">
          <ac:chgData name="Denis Manley" userId="445117d2-14a5-4c3e-af19-f1006b049bb1" providerId="ADAL" clId="{8CC12A5C-FC9C-4E0E-8855-445E9824A927}" dt="2025-09-18T15:44:02.947" v="539" actId="27636"/>
          <ac:spMkLst>
            <pc:docMk/>
            <pc:sldMk cId="3900543976" sldId="292"/>
            <ac:spMk id="2" creationId="{F3BCF494-2DD2-BF96-1205-DEE13E1FD0DB}"/>
          </ac:spMkLst>
        </pc:spChg>
      </pc:sldChg>
      <pc:sldChg chg="modSp new del mod">
        <pc:chgData name="Denis Manley" userId="445117d2-14a5-4c3e-af19-f1006b049bb1" providerId="ADAL" clId="{8CC12A5C-FC9C-4E0E-8855-445E9824A927}" dt="2025-09-18T15:43:26.109" v="534" actId="47"/>
        <pc:sldMkLst>
          <pc:docMk/>
          <pc:sldMk cId="1035532124" sldId="293"/>
        </pc:sldMkLst>
        <pc:spChg chg="mod">
          <ac:chgData name="Denis Manley" userId="445117d2-14a5-4c3e-af19-f1006b049bb1" providerId="ADAL" clId="{8CC12A5C-FC9C-4E0E-8855-445E9824A927}" dt="2025-09-18T15:43:15.138" v="533" actId="20577"/>
          <ac:spMkLst>
            <pc:docMk/>
            <pc:sldMk cId="1035532124" sldId="293"/>
            <ac:spMk id="2" creationId="{72640AE8-E458-D343-2B67-FCFA71059049}"/>
          </ac:spMkLst>
        </pc:spChg>
      </pc:sldChg>
      <pc:sldChg chg="addSp delSp modSp new del mod">
        <pc:chgData name="Denis Manley" userId="445117d2-14a5-4c3e-af19-f1006b049bb1" providerId="ADAL" clId="{8CC12A5C-FC9C-4E0E-8855-445E9824A927}" dt="2025-09-19T16:06:16.600" v="577" actId="47"/>
        <pc:sldMkLst>
          <pc:docMk/>
          <pc:sldMk cId="2704018737" sldId="293"/>
        </pc:sldMkLst>
        <pc:spChg chg="mod">
          <ac:chgData name="Denis Manley" userId="445117d2-14a5-4c3e-af19-f1006b049bb1" providerId="ADAL" clId="{8CC12A5C-FC9C-4E0E-8855-445E9824A927}" dt="2025-09-19T13:55:50.858" v="571" actId="20577"/>
          <ac:spMkLst>
            <pc:docMk/>
            <pc:sldMk cId="2704018737" sldId="293"/>
            <ac:spMk id="2" creationId="{B244F03B-113A-E78F-F552-6EC386E02C54}"/>
          </ac:spMkLst>
        </pc:spChg>
        <pc:spChg chg="del mod">
          <ac:chgData name="Denis Manley" userId="445117d2-14a5-4c3e-af19-f1006b049bb1" providerId="ADAL" clId="{8CC12A5C-FC9C-4E0E-8855-445E9824A927}" dt="2025-09-19T13:56:22.826" v="572" actId="931"/>
          <ac:spMkLst>
            <pc:docMk/>
            <pc:sldMk cId="2704018737" sldId="293"/>
            <ac:spMk id="3" creationId="{5C083316-82CF-E0F5-FEE4-2D303AD68CCA}"/>
          </ac:spMkLst>
        </pc:spChg>
        <pc:spChg chg="add del mod">
          <ac:chgData name="Denis Manley" userId="445117d2-14a5-4c3e-af19-f1006b049bb1" providerId="ADAL" clId="{8CC12A5C-FC9C-4E0E-8855-445E9824A927}" dt="2025-09-19T13:57:06.869" v="574" actId="931"/>
          <ac:spMkLst>
            <pc:docMk/>
            <pc:sldMk cId="2704018737" sldId="293"/>
            <ac:spMk id="7" creationId="{A3C721E8-C502-61BB-330E-5D3490DF317D}"/>
          </ac:spMkLst>
        </pc:spChg>
        <pc:picChg chg="add del mod">
          <ac:chgData name="Denis Manley" userId="445117d2-14a5-4c3e-af19-f1006b049bb1" providerId="ADAL" clId="{8CC12A5C-FC9C-4E0E-8855-445E9824A927}" dt="2025-09-19T13:56:29.571" v="573" actId="478"/>
          <ac:picMkLst>
            <pc:docMk/>
            <pc:sldMk cId="2704018737" sldId="293"/>
            <ac:picMk id="5" creationId="{715F0315-5137-898D-C943-707048424BE9}"/>
          </ac:picMkLst>
        </pc:picChg>
        <pc:picChg chg="add mod">
          <ac:chgData name="Denis Manley" userId="445117d2-14a5-4c3e-af19-f1006b049bb1" providerId="ADAL" clId="{8CC12A5C-FC9C-4E0E-8855-445E9824A927}" dt="2025-09-19T13:57:17.504" v="576" actId="14100"/>
          <ac:picMkLst>
            <pc:docMk/>
            <pc:sldMk cId="2704018737" sldId="293"/>
            <ac:picMk id="9" creationId="{350C969F-67A2-1E8E-644F-14BCC2F00567}"/>
          </ac:picMkLst>
        </pc:picChg>
      </pc:sldChg>
    </pc:docChg>
  </pc:docChgLst>
  <pc:docChgLst>
    <pc:chgData name="Denis Manley" userId="445117d2-14a5-4c3e-af19-f1006b049bb1" providerId="ADAL" clId="{E598E113-4B9C-4C3C-80A5-371115A8EF4B}"/>
    <pc:docChg chg="custSel addSld delSld modSld replTag delTag">
      <pc:chgData name="Denis Manley" userId="445117d2-14a5-4c3e-af19-f1006b049bb1" providerId="ADAL" clId="{E598E113-4B9C-4C3C-80A5-371115A8EF4B}" dt="2023-09-21T16:15:18.537" v="213"/>
      <pc:docMkLst>
        <pc:docMk/>
      </pc:docMkLst>
      <pc:sldChg chg="modSp mod">
        <pc:chgData name="Denis Manley" userId="445117d2-14a5-4c3e-af19-f1006b049bb1" providerId="ADAL" clId="{E598E113-4B9C-4C3C-80A5-371115A8EF4B}" dt="2023-09-21T14:49:07.988" v="12" actId="27636"/>
        <pc:sldMkLst>
          <pc:docMk/>
          <pc:sldMk cId="659704082" sldId="270"/>
        </pc:sldMkLst>
      </pc:sldChg>
      <pc:sldChg chg="del">
        <pc:chgData name="Denis Manley" userId="445117d2-14a5-4c3e-af19-f1006b049bb1" providerId="ADAL" clId="{E598E113-4B9C-4C3C-80A5-371115A8EF4B}" dt="2023-09-21T16:14:03.040" v="207" actId="47"/>
        <pc:sldMkLst>
          <pc:docMk/>
          <pc:sldMk cId="2070060821" sldId="275"/>
        </pc:sldMkLst>
      </pc:sldChg>
      <pc:sldChg chg="addSp delSp modSp mod">
        <pc:chgData name="Denis Manley" userId="445117d2-14a5-4c3e-af19-f1006b049bb1" providerId="ADAL" clId="{E598E113-4B9C-4C3C-80A5-371115A8EF4B}" dt="2023-09-21T13:48:59.492" v="5" actId="14100"/>
        <pc:sldMkLst>
          <pc:docMk/>
          <pc:sldMk cId="3816617297" sldId="283"/>
        </pc:sldMkLst>
      </pc:sldChg>
      <pc:sldChg chg="modSp mod setBg">
        <pc:chgData name="Denis Manley" userId="445117d2-14a5-4c3e-af19-f1006b049bb1" providerId="ADAL" clId="{E598E113-4B9C-4C3C-80A5-371115A8EF4B}" dt="2023-09-21T16:15:12.289" v="210"/>
        <pc:sldMkLst>
          <pc:docMk/>
          <pc:sldMk cId="461314109" sldId="287"/>
        </pc:sldMkLst>
      </pc:sldChg>
      <pc:sldChg chg="setBg">
        <pc:chgData name="Denis Manley" userId="445117d2-14a5-4c3e-af19-f1006b049bb1" providerId="ADAL" clId="{E598E113-4B9C-4C3C-80A5-371115A8EF4B}" dt="2023-09-21T16:15:12.289" v="210"/>
        <pc:sldMkLst>
          <pc:docMk/>
          <pc:sldMk cId="1231525013" sldId="288"/>
        </pc:sldMkLst>
      </pc:sldChg>
      <pc:sldChg chg="setBg">
        <pc:chgData name="Denis Manley" userId="445117d2-14a5-4c3e-af19-f1006b049bb1" providerId="ADAL" clId="{E598E113-4B9C-4C3C-80A5-371115A8EF4B}" dt="2023-09-21T16:15:12.289" v="210"/>
        <pc:sldMkLst>
          <pc:docMk/>
          <pc:sldMk cId="1701291667" sldId="289"/>
        </pc:sldMkLst>
      </pc:sldChg>
      <pc:sldChg chg="addSp modSp new del mod">
        <pc:chgData name="Denis Manley" userId="445117d2-14a5-4c3e-af19-f1006b049bb1" providerId="ADAL" clId="{E598E113-4B9C-4C3C-80A5-371115A8EF4B}" dt="2023-09-21T14:53:00.376" v="202" actId="2696"/>
        <pc:sldMkLst>
          <pc:docMk/>
          <pc:sldMk cId="2264870778" sldId="292"/>
        </pc:sldMkLst>
      </pc:sldChg>
      <pc:sldChg chg="add">
        <pc:chgData name="Denis Manley" userId="445117d2-14a5-4c3e-af19-f1006b049bb1" providerId="ADAL" clId="{E598E113-4B9C-4C3C-80A5-371115A8EF4B}" dt="2023-09-21T14:53:07.371" v="203"/>
        <pc:sldMkLst>
          <pc:docMk/>
          <pc:sldMk cId="3900543976" sldId="2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1651F9-57E8-4782-A073-908B8CFD0EF1}" type="datetimeFigureOut">
              <a:rPr lang="en-IE" smtClean="0"/>
              <a:t>19/09/2025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D2DD0A-2438-4F02-8129-75DF1AD18C1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9515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19/09/2025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62852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19/09/2025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05113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19/09/2025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81255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19/09/2025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08592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19/09/2025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5057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19/09/2025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43870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19/09/2025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54487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19/09/2025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03980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19/09/2025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11913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19/09/2025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06173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19/09/2025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52125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3CD50-1789-47B2-9768-03981A4D2772}" type="datetimeFigureOut">
              <a:rPr lang="en-IE" smtClean="0"/>
              <a:t>19/09/2025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4864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Lecture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3886200"/>
            <a:ext cx="7920880" cy="1752600"/>
          </a:xfrm>
        </p:spPr>
        <p:txBody>
          <a:bodyPr>
            <a:normAutofit/>
          </a:bodyPr>
          <a:lstStyle/>
          <a:p>
            <a:r>
              <a:rPr lang="en-IE" dirty="0"/>
              <a:t>pointers, pointer arithmetic, functions and strings</a:t>
            </a:r>
          </a:p>
        </p:txBody>
      </p:sp>
    </p:spTree>
    <p:extLst>
      <p:ext uri="{BB962C8B-B14F-4D97-AF65-F5344CB8AC3E}">
        <p14:creationId xmlns:p14="http://schemas.microsoft.com/office/powerpoint/2010/main" val="2316340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IE" dirty="0"/>
              <a:t>C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 fontScale="70000" lnSpcReduction="20000"/>
          </a:bodyPr>
          <a:lstStyle/>
          <a:p>
            <a:r>
              <a:rPr lang="en-IE" dirty="0"/>
              <a:t>The name of an Array (e.g. ages) stores an address. </a:t>
            </a:r>
          </a:p>
          <a:p>
            <a:endParaRPr lang="en-IE" dirty="0"/>
          </a:p>
          <a:p>
            <a:r>
              <a:rPr lang="en-IE" dirty="0"/>
              <a:t>A variable that stores the </a:t>
            </a:r>
            <a:r>
              <a:rPr lang="en-IE" i="1" dirty="0"/>
              <a:t>address of a standard  variable (int, float, char) is referred to as a “pointer”</a:t>
            </a:r>
            <a:r>
              <a:rPr lang="en-IE" dirty="0"/>
              <a:t>; </a:t>
            </a:r>
          </a:p>
          <a:p>
            <a:endParaRPr lang="en-IE" dirty="0"/>
          </a:p>
          <a:p>
            <a:r>
              <a:rPr lang="en-IE" dirty="0"/>
              <a:t>The array name is called a constant pointer (the address is a constant…)</a:t>
            </a:r>
          </a:p>
          <a:p>
            <a:endParaRPr lang="en-IE" dirty="0"/>
          </a:p>
          <a:p>
            <a:r>
              <a:rPr lang="en-IE" dirty="0"/>
              <a:t>Declaration and assigning an address value:</a:t>
            </a:r>
          </a:p>
          <a:p>
            <a:pPr lvl="1"/>
            <a:r>
              <a:rPr lang="en-IE" dirty="0" err="1"/>
              <a:t>int</a:t>
            </a:r>
            <a:r>
              <a:rPr lang="en-IE" dirty="0"/>
              <a:t> *p;  (pointer variable) </a:t>
            </a:r>
          </a:p>
          <a:p>
            <a:pPr lvl="1"/>
            <a:r>
              <a:rPr lang="en-IE" dirty="0" err="1"/>
              <a:t>int</a:t>
            </a:r>
            <a:r>
              <a:rPr lang="en-IE" dirty="0"/>
              <a:t> Head =5; (standard variable)</a:t>
            </a:r>
          </a:p>
          <a:p>
            <a:pPr lvl="1"/>
            <a:r>
              <a:rPr lang="en-IE" dirty="0"/>
              <a:t>p = &amp; Head; </a:t>
            </a:r>
          </a:p>
          <a:p>
            <a:endParaRPr lang="en-IE" dirty="0"/>
          </a:p>
          <a:p>
            <a:r>
              <a:rPr lang="en-IE" dirty="0"/>
              <a:t>Printing the value of a pointer (p); and the value of the variable whose address is stored in p :</a:t>
            </a:r>
          </a:p>
          <a:p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20089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Code and output of </a:t>
            </a:r>
            <a:r>
              <a:rPr lang="en-IE" dirty="0" err="1"/>
              <a:t>Pointer.c</a:t>
            </a:r>
            <a:endParaRPr lang="en-IE" dirty="0"/>
          </a:p>
        </p:txBody>
      </p:sp>
      <p:pic>
        <p:nvPicPr>
          <p:cNvPr id="8" name="Content Placeholder 7" descr="denis.manley@apollo: ~/OS2/week2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772816"/>
            <a:ext cx="4331294" cy="3744416"/>
          </a:xfrm>
        </p:spPr>
      </p:pic>
      <p:pic>
        <p:nvPicPr>
          <p:cNvPr id="7" name="Content Placeholder 6" descr="denis.manley@apollo: ~/OS2/week2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708920"/>
            <a:ext cx="4038600" cy="1893806"/>
          </a:xfrm>
        </p:spPr>
      </p:pic>
    </p:spTree>
    <p:extLst>
      <p:ext uri="{BB962C8B-B14F-4D97-AF65-F5344CB8AC3E}">
        <p14:creationId xmlns:p14="http://schemas.microsoft.com/office/powerpoint/2010/main" val="855205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E" dirty="0"/>
              <a:t>Pointer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688632"/>
          </a:xfrm>
        </p:spPr>
        <p:txBody>
          <a:bodyPr>
            <a:normAutofit fontScale="85000" lnSpcReduction="10000"/>
          </a:bodyPr>
          <a:lstStyle/>
          <a:p>
            <a:r>
              <a:rPr lang="en-IE" sz="2000" dirty="0"/>
              <a:t>An array can be transverse using </a:t>
            </a:r>
            <a:r>
              <a:rPr lang="en-IE" sz="2000" b="1" dirty="0"/>
              <a:t>subscripts</a:t>
            </a:r>
            <a:r>
              <a:rPr lang="en-IE" sz="2000" dirty="0"/>
              <a:t> but can also transverse it using (variable) pointer notation. </a:t>
            </a:r>
            <a:r>
              <a:rPr lang="en-GB" sz="2000" dirty="0"/>
              <a:t>// example from C programming by Paul Kelly   </a:t>
            </a:r>
          </a:p>
          <a:p>
            <a:endParaRPr lang="en-GB" sz="2000" dirty="0">
              <a:solidFill>
                <a:srgbClr val="FF0000"/>
              </a:solidFill>
            </a:endParaRP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What is stored in a </a:t>
            </a:r>
          </a:p>
          <a:p>
            <a:r>
              <a:rPr lang="en-GB" sz="2000" dirty="0"/>
              <a:t>Can the value stored in a be modified.</a:t>
            </a:r>
          </a:p>
          <a:p>
            <a:r>
              <a:rPr lang="en-GB" sz="2000" dirty="0"/>
              <a:t>Change a to a character and then a float array. What is the difference?</a:t>
            </a:r>
          </a:p>
        </p:txBody>
      </p:sp>
      <p:pic>
        <p:nvPicPr>
          <p:cNvPr id="5" name="Picture 4" descr="denis.manley@apollo: ~/OS2/week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512" y="1629919"/>
            <a:ext cx="6408975" cy="403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082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Explain “Output” of following code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2040" y="4571836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the above is a integer</a:t>
            </a:r>
          </a:p>
        </p:txBody>
      </p:sp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55CBD176-040B-697F-31DC-ABC064E683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455" y="1556792"/>
            <a:ext cx="4458081" cy="2402204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489638B-9DE3-43A9-534B-95CB9C9764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1" y="1418782"/>
            <a:ext cx="4413331" cy="3522386"/>
          </a:xfrm>
        </p:spPr>
      </p:pic>
    </p:spTree>
    <p:extLst>
      <p:ext uri="{BB962C8B-B14F-4D97-AF65-F5344CB8AC3E}">
        <p14:creationId xmlns:p14="http://schemas.microsoft.com/office/powerpoint/2010/main" val="3816617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Pointer arithmetic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28592"/>
          </a:xfrm>
        </p:spPr>
        <p:txBody>
          <a:bodyPr>
            <a:normAutofit fontScale="92500" lnSpcReduction="10000"/>
          </a:bodyPr>
          <a:lstStyle/>
          <a:p>
            <a:r>
              <a:rPr lang="en-IE" b="1"/>
              <a:t>Using ++/--</a:t>
            </a:r>
            <a:r>
              <a:rPr lang="en-IE"/>
              <a:t>….   (See </a:t>
            </a:r>
            <a:r>
              <a:rPr lang="en-IE">
                <a:solidFill>
                  <a:srgbClr val="FF0000"/>
                </a:solidFill>
              </a:rPr>
              <a:t>Char</a:t>
            </a:r>
            <a:r>
              <a:rPr lang="en-IE"/>
              <a:t>_</a:t>
            </a:r>
            <a:r>
              <a:rPr lang="en-IE">
                <a:solidFill>
                  <a:srgbClr val="FF0000"/>
                </a:solidFill>
              </a:rPr>
              <a:t>pointer_arithmetic.c</a:t>
            </a:r>
            <a:r>
              <a:rPr lang="en-IE"/>
              <a:t>)</a:t>
            </a:r>
          </a:p>
          <a:p>
            <a:r>
              <a:rPr lang="en-IE"/>
              <a:t>You can not increment an array name as it is a </a:t>
            </a:r>
            <a:r>
              <a:rPr lang="en-IE" b="1"/>
              <a:t>constant</a:t>
            </a:r>
            <a:r>
              <a:rPr lang="en-IE"/>
              <a:t> pointer (a++ is invalid)</a:t>
            </a:r>
          </a:p>
          <a:p>
            <a:r>
              <a:rPr lang="en-IE"/>
              <a:t>However by assigning a standard pointer to an array you can increment using “pointer arithmetic”… </a:t>
            </a:r>
          </a:p>
          <a:p>
            <a:pPr lvl="1"/>
            <a:r>
              <a:rPr lang="en-IE"/>
              <a:t>int *ptr;</a:t>
            </a:r>
          </a:p>
          <a:p>
            <a:pPr lvl="1"/>
            <a:r>
              <a:rPr lang="en-IE"/>
              <a:t> int Numbers[25] = {1,2,3,4,5,6};</a:t>
            </a:r>
          </a:p>
          <a:p>
            <a:pPr lvl="1"/>
            <a:r>
              <a:rPr lang="en-IE"/>
              <a:t>prt = Numbers;  //assign the array pointer to the pointer variable;</a:t>
            </a:r>
          </a:p>
          <a:p>
            <a:pPr lvl="1"/>
            <a:r>
              <a:rPr lang="en-IE"/>
              <a:t>Now can use p++ to increment elements… but ensure it remains within the “</a:t>
            </a:r>
            <a:r>
              <a:rPr lang="en-IE" i="1"/>
              <a:t>bounds of the array</a:t>
            </a:r>
            <a:r>
              <a:rPr lang="en-IE"/>
              <a:t>”.  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69385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IE" dirty="0" err="1"/>
              <a:t>Char_pointer_arithmetic.c</a:t>
            </a:r>
            <a:endParaRPr lang="en-IE" dirty="0"/>
          </a:p>
        </p:txBody>
      </p:sp>
      <p:pic>
        <p:nvPicPr>
          <p:cNvPr id="5" name="Content Placeholder 4" descr="denis.manley@apollo: ~/OS2/week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17638"/>
            <a:ext cx="8095065" cy="5169576"/>
          </a:xfrm>
        </p:spPr>
      </p:pic>
    </p:spTree>
    <p:extLst>
      <p:ext uri="{BB962C8B-B14F-4D97-AF65-F5344CB8AC3E}">
        <p14:creationId xmlns:p14="http://schemas.microsoft.com/office/powerpoint/2010/main" val="2893177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en-IE" dirty="0"/>
              <a:t>Explain Sample output  </a:t>
            </a:r>
          </a:p>
        </p:txBody>
      </p:sp>
      <p:pic>
        <p:nvPicPr>
          <p:cNvPr id="4" name="Content Placeholder 3" descr="denis.manley@apollo: ~/OS2/week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484784"/>
            <a:ext cx="8037841" cy="4858429"/>
          </a:xfrm>
        </p:spPr>
      </p:pic>
    </p:spTree>
    <p:extLst>
      <p:ext uri="{BB962C8B-B14F-4D97-AF65-F5344CB8AC3E}">
        <p14:creationId xmlns:p14="http://schemas.microsoft.com/office/powerpoint/2010/main" val="3401252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en-IE"/>
              <a:t>Functions 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 fontScale="77500" lnSpcReduction="20000"/>
          </a:bodyPr>
          <a:lstStyle/>
          <a:p>
            <a:r>
              <a:rPr lang="en-IE" dirty="0"/>
              <a:t>A function is a way to allow the reuse of code</a:t>
            </a:r>
          </a:p>
          <a:p>
            <a:r>
              <a:rPr lang="en-IE" dirty="0"/>
              <a:t>There is three steps: </a:t>
            </a:r>
          </a:p>
          <a:p>
            <a:pPr lvl="1"/>
            <a:r>
              <a:rPr lang="en-IE" b="1" dirty="0"/>
              <a:t>Declare prototype</a:t>
            </a:r>
            <a:r>
              <a:rPr lang="en-IE" dirty="0"/>
              <a:t> (tells compiler value returned, number of parameters, parameter type…)</a:t>
            </a:r>
          </a:p>
          <a:p>
            <a:pPr lvl="1"/>
            <a:endParaRPr lang="en-IE" dirty="0"/>
          </a:p>
          <a:p>
            <a:pPr lvl="1"/>
            <a:r>
              <a:rPr lang="en-IE" b="1" dirty="0"/>
              <a:t>Call a function</a:t>
            </a:r>
            <a:r>
              <a:rPr lang="en-IE" dirty="0"/>
              <a:t>: This is where program execution is directed to the function (most calls are in the main function but can be in any function: a function calls a function) </a:t>
            </a:r>
          </a:p>
          <a:p>
            <a:pPr lvl="2"/>
            <a:r>
              <a:rPr lang="en-IE" b="1" dirty="0" err="1"/>
              <a:t>DataType</a:t>
            </a:r>
            <a:r>
              <a:rPr lang="en-IE" b="1" dirty="0"/>
              <a:t>  </a:t>
            </a:r>
            <a:r>
              <a:rPr lang="en-IE" b="1" dirty="0" err="1"/>
              <a:t>FunctionName</a:t>
            </a:r>
            <a:r>
              <a:rPr lang="en-IE" b="1" dirty="0"/>
              <a:t> (parameter list)</a:t>
            </a:r>
          </a:p>
          <a:p>
            <a:pPr lvl="1"/>
            <a:endParaRPr lang="en-IE" dirty="0"/>
          </a:p>
          <a:p>
            <a:pPr lvl="1"/>
            <a:r>
              <a:rPr lang="en-IE" b="1" dirty="0"/>
              <a:t>Function definition</a:t>
            </a:r>
            <a:r>
              <a:rPr lang="en-IE" dirty="0"/>
              <a:t> </a:t>
            </a:r>
          </a:p>
          <a:p>
            <a:pPr lvl="2"/>
            <a:r>
              <a:rPr lang="en-IE" dirty="0" err="1"/>
              <a:t>DataType</a:t>
            </a:r>
            <a:r>
              <a:rPr lang="en-IE" dirty="0"/>
              <a:t>  </a:t>
            </a:r>
            <a:r>
              <a:rPr lang="en-IE" dirty="0" err="1"/>
              <a:t>FunctioName</a:t>
            </a:r>
            <a:r>
              <a:rPr lang="en-IE" dirty="0"/>
              <a:t>(parameter list including </a:t>
            </a:r>
            <a:r>
              <a:rPr lang="en-IE" dirty="0" err="1"/>
              <a:t>datatypes</a:t>
            </a:r>
            <a:r>
              <a:rPr lang="en-IE" dirty="0"/>
              <a:t>)</a:t>
            </a:r>
          </a:p>
          <a:p>
            <a:pPr lvl="2"/>
            <a:r>
              <a:rPr lang="en-IE" dirty="0"/>
              <a:t>{</a:t>
            </a:r>
          </a:p>
          <a:p>
            <a:pPr lvl="3"/>
            <a:r>
              <a:rPr lang="en-IE" dirty="0"/>
              <a:t>Function statements</a:t>
            </a:r>
          </a:p>
          <a:p>
            <a:pPr lvl="3"/>
            <a:r>
              <a:rPr lang="en-IE" dirty="0"/>
              <a:t>Return value (if not void)</a:t>
            </a:r>
          </a:p>
          <a:p>
            <a:pPr lvl="2"/>
            <a:r>
              <a:rPr lang="en-IE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62407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IE" dirty="0"/>
              <a:t>Calling the function </a:t>
            </a:r>
          </a:p>
        </p:txBody>
      </p:sp>
      <p:pic>
        <p:nvPicPr>
          <p:cNvPr id="4" name="Content Placeholder 3" descr="denis.manley@apollo: ~/OS2/week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582" y="1279946"/>
            <a:ext cx="7094835" cy="4945809"/>
          </a:xfrm>
        </p:spPr>
      </p:pic>
      <p:cxnSp>
        <p:nvCxnSpPr>
          <p:cNvPr id="5" name="Straight Arrow Connector 4"/>
          <p:cNvCxnSpPr/>
          <p:nvPr/>
        </p:nvCxnSpPr>
        <p:spPr>
          <a:xfrm>
            <a:off x="3347864" y="764704"/>
            <a:ext cx="2016224" cy="3600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062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Function definition 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26" y="1919199"/>
            <a:ext cx="7407282" cy="3742049"/>
          </a:xfrm>
        </p:spPr>
      </p:pic>
    </p:spTree>
    <p:extLst>
      <p:ext uri="{BB962C8B-B14F-4D97-AF65-F5344CB8AC3E}">
        <p14:creationId xmlns:p14="http://schemas.microsoft.com/office/powerpoint/2010/main" val="3108033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E" dirty="0"/>
              <a:t>Pass by Value/reference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616624"/>
          </a:xfrm>
        </p:spPr>
        <p:txBody>
          <a:bodyPr>
            <a:normAutofit fontScale="85000" lnSpcReduction="20000"/>
          </a:bodyPr>
          <a:lstStyle/>
          <a:p>
            <a:r>
              <a:rPr lang="en-IE" dirty="0"/>
              <a:t>By Value</a:t>
            </a:r>
          </a:p>
          <a:p>
            <a:pPr lvl="1"/>
            <a:r>
              <a:rPr lang="en-IE" dirty="0"/>
              <a:t>Does not change the variable (actual) that is being passed to a function</a:t>
            </a:r>
          </a:p>
          <a:p>
            <a:pPr lvl="1"/>
            <a:r>
              <a:rPr lang="en-IE" dirty="0"/>
              <a:t>Just pass an variable by using variable name… </a:t>
            </a:r>
          </a:p>
          <a:p>
            <a:pPr lvl="1"/>
            <a:r>
              <a:rPr lang="en-IE" dirty="0"/>
              <a:t>The </a:t>
            </a:r>
            <a:r>
              <a:rPr lang="en-IE" i="1" dirty="0"/>
              <a:t>formal variable (in the function heading)</a:t>
            </a:r>
            <a:r>
              <a:rPr lang="en-IE" dirty="0"/>
              <a:t> is then a copy of the </a:t>
            </a:r>
            <a:r>
              <a:rPr lang="en-IE" i="1" dirty="0"/>
              <a:t>actual variable</a:t>
            </a:r>
          </a:p>
          <a:p>
            <a:pPr lvl="1"/>
            <a:endParaRPr lang="en-IE" dirty="0"/>
          </a:p>
          <a:p>
            <a:r>
              <a:rPr lang="en-IE" dirty="0"/>
              <a:t>By reference </a:t>
            </a:r>
          </a:p>
          <a:p>
            <a:pPr lvl="1"/>
            <a:r>
              <a:rPr lang="en-IE" dirty="0"/>
              <a:t>When you want “to see if” the variable has been changed by the function</a:t>
            </a:r>
          </a:p>
          <a:p>
            <a:pPr lvl="1"/>
            <a:r>
              <a:rPr lang="en-IE" dirty="0"/>
              <a:t>Must pass the address of the variable</a:t>
            </a:r>
          </a:p>
          <a:p>
            <a:pPr lvl="1"/>
            <a:r>
              <a:rPr lang="en-IE" dirty="0"/>
              <a:t>Any changes are made by referencing the address passed to the function;  the address of actual variable</a:t>
            </a:r>
          </a:p>
          <a:p>
            <a:pPr lvl="1"/>
            <a:r>
              <a:rPr lang="en-IE" dirty="0"/>
              <a:t>By default an array is passed by reference. in order to prevent this use </a:t>
            </a:r>
            <a:r>
              <a:rPr lang="en-IE" b="1" dirty="0" err="1"/>
              <a:t>const</a:t>
            </a:r>
            <a:r>
              <a:rPr lang="en-IE" dirty="0"/>
              <a:t>  in the array declaration</a:t>
            </a:r>
          </a:p>
        </p:txBody>
      </p:sp>
    </p:spTree>
    <p:extLst>
      <p:ext uri="{BB962C8B-B14F-4D97-AF65-F5344CB8AC3E}">
        <p14:creationId xmlns:p14="http://schemas.microsoft.com/office/powerpoint/2010/main" val="1278363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Swap example (by reference)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72608"/>
          </a:xfrm>
        </p:spPr>
        <p:txBody>
          <a:bodyPr>
            <a:normAutofit fontScale="62500" lnSpcReduction="20000"/>
          </a:bodyPr>
          <a:lstStyle/>
          <a:p>
            <a:r>
              <a:rPr lang="en-IE" b="1" dirty="0"/>
              <a:t>// reference Paul Kelly chapter 11 </a:t>
            </a:r>
          </a:p>
          <a:p>
            <a:r>
              <a:rPr lang="en-IE" dirty="0"/>
              <a:t>/* Program to demonstrate passing two arguments by reference. */</a:t>
            </a:r>
          </a:p>
          <a:p>
            <a:r>
              <a:rPr lang="en-IE" dirty="0"/>
              <a:t>#include &lt;</a:t>
            </a:r>
            <a:r>
              <a:rPr lang="en-IE" dirty="0" err="1"/>
              <a:t>stdio.h</a:t>
            </a:r>
            <a:r>
              <a:rPr lang="en-IE" dirty="0"/>
              <a:t>&gt;</a:t>
            </a:r>
          </a:p>
          <a:p>
            <a:r>
              <a:rPr lang="en-IE" dirty="0"/>
              <a:t>main()</a:t>
            </a:r>
          </a:p>
          <a:p>
            <a:r>
              <a:rPr lang="en-IE" dirty="0"/>
              <a:t>{</a:t>
            </a:r>
          </a:p>
          <a:p>
            <a:r>
              <a:rPr lang="en-IE" dirty="0"/>
              <a:t>  void swap( float *ptr1, float *ptr2 ) ;</a:t>
            </a:r>
          </a:p>
          <a:p>
            <a:r>
              <a:rPr lang="en-IE" dirty="0"/>
              <a:t>  float num1, num2 ;</a:t>
            </a:r>
          </a:p>
          <a:p>
            <a:endParaRPr lang="en-IE" dirty="0"/>
          </a:p>
          <a:p>
            <a:r>
              <a:rPr lang="en-IE" dirty="0"/>
              <a:t>  </a:t>
            </a:r>
            <a:r>
              <a:rPr lang="en-IE" dirty="0" err="1"/>
              <a:t>printf</a:t>
            </a:r>
            <a:r>
              <a:rPr lang="en-IE" dirty="0"/>
              <a:t>( "Please enter two numbers: " ) ;</a:t>
            </a:r>
          </a:p>
          <a:p>
            <a:r>
              <a:rPr lang="en-IE" dirty="0"/>
              <a:t>  </a:t>
            </a:r>
            <a:r>
              <a:rPr lang="en-IE" dirty="0" err="1"/>
              <a:t>scanf</a:t>
            </a:r>
            <a:r>
              <a:rPr lang="en-IE" dirty="0"/>
              <a:t>( "%f", &amp;num1 ) ;</a:t>
            </a:r>
          </a:p>
          <a:p>
            <a:r>
              <a:rPr lang="en-IE" dirty="0"/>
              <a:t>  </a:t>
            </a:r>
            <a:r>
              <a:rPr lang="en-IE" dirty="0" err="1"/>
              <a:t>scanf</a:t>
            </a:r>
            <a:r>
              <a:rPr lang="en-IE" dirty="0"/>
              <a:t>( "%f", &amp;num2 ) ;     // </a:t>
            </a:r>
            <a:r>
              <a:rPr lang="en-IE" b="1" dirty="0"/>
              <a:t>step 1</a:t>
            </a:r>
          </a:p>
          <a:p>
            <a:endParaRPr lang="en-IE" dirty="0"/>
          </a:p>
          <a:p>
            <a:r>
              <a:rPr lang="en-IE" dirty="0"/>
              <a:t>  /* Swap values around so that the smallest is in num1. */</a:t>
            </a:r>
          </a:p>
          <a:p>
            <a:r>
              <a:rPr lang="en-IE" dirty="0"/>
              <a:t>  if ( num1 &gt; num2 )</a:t>
            </a:r>
          </a:p>
          <a:p>
            <a:r>
              <a:rPr lang="en-IE" dirty="0"/>
              <a:t>    swap( &amp;num1, &amp;num2 ) ;       </a:t>
            </a:r>
          </a:p>
          <a:p>
            <a:r>
              <a:rPr lang="en-IE" dirty="0"/>
              <a:t>  </a:t>
            </a:r>
            <a:r>
              <a:rPr lang="en-IE" dirty="0" err="1"/>
              <a:t>printf</a:t>
            </a:r>
            <a:r>
              <a:rPr lang="en-IE" dirty="0"/>
              <a:t>( "The numbers in order are %.1f  %.1f\n", num1, num2 );</a:t>
            </a:r>
          </a:p>
          <a:p>
            <a:r>
              <a:rPr lang="en-IE" dirty="0"/>
              <a:t>}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973878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Swap function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fontScale="77500" lnSpcReduction="20000"/>
          </a:bodyPr>
          <a:lstStyle/>
          <a:p>
            <a:r>
              <a:rPr lang="en-IE" dirty="0"/>
              <a:t>/* Function  : swap</a:t>
            </a:r>
          </a:p>
          <a:p>
            <a:r>
              <a:rPr lang="en-IE" dirty="0"/>
              <a:t>   Purpose   : This function swaps two floating-point values.</a:t>
            </a:r>
          </a:p>
          <a:p>
            <a:r>
              <a:rPr lang="en-IE" dirty="0"/>
              <a:t>   Arguments : pointers to the variables to be swapped. */</a:t>
            </a:r>
          </a:p>
          <a:p>
            <a:r>
              <a:rPr lang="en-IE" dirty="0"/>
              <a:t>void swap( float *ptr1, float *ptr2 )   //</a:t>
            </a:r>
            <a:r>
              <a:rPr lang="en-IE" b="1" dirty="0"/>
              <a:t>step 2</a:t>
            </a:r>
            <a:r>
              <a:rPr lang="en-IE" dirty="0"/>
              <a:t>  </a:t>
            </a:r>
          </a:p>
          <a:p>
            <a:r>
              <a:rPr lang="en-IE" dirty="0"/>
              <a:t>{</a:t>
            </a:r>
          </a:p>
          <a:p>
            <a:r>
              <a:rPr lang="en-IE" dirty="0"/>
              <a:t>  float temp ;</a:t>
            </a:r>
          </a:p>
          <a:p>
            <a:endParaRPr lang="en-IE" dirty="0"/>
          </a:p>
          <a:p>
            <a:r>
              <a:rPr lang="en-IE" dirty="0"/>
              <a:t>  temp = *ptr1 ;     //</a:t>
            </a:r>
            <a:r>
              <a:rPr lang="en-IE" b="1" dirty="0"/>
              <a:t>step 3</a:t>
            </a:r>
          </a:p>
          <a:p>
            <a:r>
              <a:rPr lang="en-IE" dirty="0"/>
              <a:t>  *ptr1 = *ptr2 ;    //</a:t>
            </a:r>
            <a:r>
              <a:rPr lang="en-IE" b="1" dirty="0"/>
              <a:t>step 4</a:t>
            </a:r>
          </a:p>
          <a:p>
            <a:r>
              <a:rPr lang="en-IE" dirty="0"/>
              <a:t>  *ptr2 = temp ;    // </a:t>
            </a:r>
            <a:r>
              <a:rPr lang="en-IE" b="1" dirty="0"/>
              <a:t>step 5</a:t>
            </a:r>
          </a:p>
          <a:p>
            <a:r>
              <a:rPr lang="en-IE" dirty="0"/>
              <a:t>}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68965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IE" dirty="0"/>
              <a:t>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472608"/>
          </a:xfrm>
        </p:spPr>
        <p:txBody>
          <a:bodyPr>
            <a:normAutofit/>
          </a:bodyPr>
          <a:lstStyle/>
          <a:p>
            <a:r>
              <a:rPr lang="en-IE" dirty="0"/>
              <a:t>A string is very similar to a character array: </a:t>
            </a:r>
          </a:p>
          <a:p>
            <a:pPr lvl="1"/>
            <a:r>
              <a:rPr lang="en-IE" dirty="0">
                <a:solidFill>
                  <a:srgbClr val="FF0000"/>
                </a:solidFill>
              </a:rPr>
              <a:t>What is the difference between them? Hint : ‘/0’</a:t>
            </a:r>
            <a:r>
              <a:rPr lang="en-IE" dirty="0"/>
              <a:t> </a:t>
            </a:r>
          </a:p>
          <a:p>
            <a:pPr lvl="1"/>
            <a:endParaRPr lang="en-IE" dirty="0"/>
          </a:p>
          <a:p>
            <a:r>
              <a:rPr lang="en-IE" dirty="0"/>
              <a:t>Declaration of a string </a:t>
            </a:r>
          </a:p>
          <a:p>
            <a:pPr lvl="1"/>
            <a:r>
              <a:rPr lang="en-IE" dirty="0"/>
              <a:t>Use char name[SIZE];</a:t>
            </a:r>
          </a:p>
          <a:p>
            <a:pPr lvl="1"/>
            <a:r>
              <a:rPr lang="en-IE" dirty="0"/>
              <a:t>Input values to a string using </a:t>
            </a:r>
            <a:r>
              <a:rPr lang="en-IE" dirty="0" err="1"/>
              <a:t>scanf</a:t>
            </a:r>
            <a:r>
              <a:rPr lang="en-IE" dirty="0"/>
              <a:t> (“%s”, …) or </a:t>
            </a:r>
            <a:r>
              <a:rPr lang="en-IE" dirty="0" err="1"/>
              <a:t>fgets</a:t>
            </a:r>
            <a:r>
              <a:rPr lang="en-IE" dirty="0"/>
              <a:t>(name, SIZE, stdin). </a:t>
            </a:r>
          </a:p>
          <a:p>
            <a:pPr lvl="1"/>
            <a:r>
              <a:rPr lang="en-IE" dirty="0"/>
              <a:t>Output results with </a:t>
            </a:r>
            <a:r>
              <a:rPr lang="en-IE" b="1" dirty="0" err="1"/>
              <a:t>printf</a:t>
            </a:r>
            <a:r>
              <a:rPr lang="en-IE" b="1" dirty="0"/>
              <a:t>(“%s”, name)</a:t>
            </a:r>
            <a:r>
              <a:rPr lang="en-IE" dirty="0"/>
              <a:t> or </a:t>
            </a:r>
            <a:r>
              <a:rPr lang="en-IE" b="1" dirty="0"/>
              <a:t>puts</a:t>
            </a:r>
            <a:r>
              <a:rPr lang="en-IE" dirty="0"/>
              <a:t> (name)</a:t>
            </a:r>
          </a:p>
          <a:p>
            <a:endParaRPr lang="en-IE" dirty="0"/>
          </a:p>
          <a:p>
            <a:endParaRPr lang="en-IE" dirty="0"/>
          </a:p>
          <a:p>
            <a:pPr marL="457200" lvl="1" indent="0">
              <a:buNone/>
            </a:pPr>
            <a:endParaRPr lang="en-IE" dirty="0"/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67860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IE" dirty="0"/>
              <a:t>Common String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28592"/>
          </a:xfrm>
        </p:spPr>
        <p:txBody>
          <a:bodyPr/>
          <a:lstStyle/>
          <a:p>
            <a:r>
              <a:rPr lang="en-IE" dirty="0"/>
              <a:t>#include&lt;</a:t>
            </a:r>
            <a:r>
              <a:rPr lang="en-IE" dirty="0" err="1"/>
              <a:t>string.h</a:t>
            </a:r>
            <a:r>
              <a:rPr lang="en-IE" dirty="0"/>
              <a:t>&gt; </a:t>
            </a:r>
          </a:p>
          <a:p>
            <a:r>
              <a:rPr lang="en-IE" b="1" dirty="0" err="1"/>
              <a:t>Strlen</a:t>
            </a:r>
            <a:r>
              <a:rPr lang="en-IE" dirty="0"/>
              <a:t>: determines number of characters (not including the ‘\0’; </a:t>
            </a:r>
          </a:p>
          <a:p>
            <a:pPr lvl="1"/>
            <a:r>
              <a:rPr lang="en-IE" dirty="0" err="1"/>
              <a:t>len</a:t>
            </a:r>
            <a:r>
              <a:rPr lang="en-IE" dirty="0"/>
              <a:t> = </a:t>
            </a:r>
            <a:r>
              <a:rPr lang="en-IE" dirty="0" err="1"/>
              <a:t>strlen</a:t>
            </a:r>
            <a:r>
              <a:rPr lang="en-IE" dirty="0"/>
              <a:t>(string);</a:t>
            </a:r>
          </a:p>
          <a:p>
            <a:r>
              <a:rPr lang="en-IE" dirty="0"/>
              <a:t> </a:t>
            </a:r>
            <a:r>
              <a:rPr lang="en-IE" b="1" dirty="0" err="1"/>
              <a:t>strcpy</a:t>
            </a:r>
            <a:r>
              <a:rPr lang="en-IE" b="1" dirty="0"/>
              <a:t> (destination , source)</a:t>
            </a:r>
            <a:r>
              <a:rPr lang="en-IE" dirty="0"/>
              <a:t>; copies contents of source to destination</a:t>
            </a:r>
          </a:p>
          <a:p>
            <a:pPr lvl="1"/>
            <a:r>
              <a:rPr lang="en-IE" dirty="0"/>
              <a:t>Destination and source are strings</a:t>
            </a:r>
          </a:p>
          <a:p>
            <a:pPr lvl="1"/>
            <a:r>
              <a:rPr lang="en-IE" dirty="0"/>
              <a:t>{ensure destination is big enough to take source}.   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994824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IE" dirty="0"/>
              <a:t>Common String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472608"/>
          </a:xfrm>
        </p:spPr>
        <p:txBody>
          <a:bodyPr>
            <a:normAutofit/>
          </a:bodyPr>
          <a:lstStyle/>
          <a:p>
            <a:r>
              <a:rPr lang="en-GB" altLang="en-US" b="1" dirty="0" err="1"/>
              <a:t>Strcmp</a:t>
            </a:r>
            <a:r>
              <a:rPr lang="en-GB" altLang="en-US" b="1" dirty="0"/>
              <a:t>(str1, str2)</a:t>
            </a:r>
          </a:p>
          <a:p>
            <a:pPr lvl="1"/>
            <a:r>
              <a:rPr lang="en-GB" altLang="en-US" dirty="0"/>
              <a:t>Compares two null terminated string and returns</a:t>
            </a:r>
          </a:p>
          <a:p>
            <a:pPr lvl="2"/>
            <a:r>
              <a:rPr lang="en-GB" altLang="en-US" dirty="0"/>
              <a:t>Zero if str1 == str2</a:t>
            </a:r>
          </a:p>
          <a:p>
            <a:pPr lvl="2"/>
            <a:r>
              <a:rPr lang="en-GB" altLang="en-US" dirty="0"/>
              <a:t>Returns A </a:t>
            </a:r>
            <a:r>
              <a:rPr lang="en-GB" altLang="en-US" dirty="0">
                <a:solidFill>
                  <a:srgbClr val="FF0000"/>
                </a:solidFill>
              </a:rPr>
              <a:t>negative value</a:t>
            </a:r>
            <a:r>
              <a:rPr lang="en-GB" altLang="en-US" dirty="0"/>
              <a:t> if str1 &lt; str2</a:t>
            </a:r>
          </a:p>
          <a:p>
            <a:pPr lvl="2"/>
            <a:r>
              <a:rPr lang="en-GB" altLang="en-US" dirty="0"/>
              <a:t>Returns A </a:t>
            </a:r>
            <a:r>
              <a:rPr lang="en-GB" altLang="en-US" dirty="0">
                <a:solidFill>
                  <a:srgbClr val="FF0000"/>
                </a:solidFill>
              </a:rPr>
              <a:t>positive value</a:t>
            </a:r>
            <a:r>
              <a:rPr lang="en-GB" altLang="en-US" dirty="0"/>
              <a:t> if str1 &gt; str2</a:t>
            </a:r>
          </a:p>
          <a:p>
            <a:pPr lvl="1"/>
            <a:endParaRPr lang="en-GB" altLang="en-US" dirty="0"/>
          </a:p>
          <a:p>
            <a:pPr lvl="1"/>
            <a:r>
              <a:rPr lang="en-GB" altLang="en-US" dirty="0"/>
              <a:t>if </a:t>
            </a:r>
            <a:r>
              <a:rPr lang="en-GB" altLang="en-US" b="1" dirty="0"/>
              <a:t>(</a:t>
            </a:r>
            <a:r>
              <a:rPr lang="en-GB" altLang="en-US" b="1" dirty="0" err="1"/>
              <a:t>strcmp</a:t>
            </a:r>
            <a:r>
              <a:rPr lang="en-GB" altLang="en-US" b="1" dirty="0"/>
              <a:t>(password, user) == 0)</a:t>
            </a:r>
          </a:p>
          <a:p>
            <a:pPr lvl="1"/>
            <a:r>
              <a:rPr lang="en-GB" altLang="en-US" dirty="0"/>
              <a:t>		   </a:t>
            </a:r>
            <a:r>
              <a:rPr lang="en-GB" altLang="en-US" dirty="0" err="1"/>
              <a:t>printf</a:t>
            </a:r>
            <a:r>
              <a:rPr lang="en-GB" altLang="en-US" dirty="0"/>
              <a:t>(“Password correct. Welcome to the system”);</a:t>
            </a:r>
          </a:p>
          <a:p>
            <a:pPr lvl="1"/>
            <a:r>
              <a:rPr lang="en-GB" altLang="en-US" dirty="0"/>
              <a:t>		else</a:t>
            </a:r>
          </a:p>
          <a:p>
            <a:pPr lvl="1"/>
            <a:r>
              <a:rPr lang="en-GB" altLang="en-US" dirty="0"/>
              <a:t>		   </a:t>
            </a:r>
            <a:r>
              <a:rPr lang="en-GB" altLang="en-US" dirty="0" err="1"/>
              <a:t>printf</a:t>
            </a:r>
            <a:r>
              <a:rPr lang="en-GB" altLang="en-US" dirty="0"/>
              <a:t>(“Invalid password”);</a:t>
            </a:r>
          </a:p>
          <a:p>
            <a:endParaRPr lang="en-GB" altLang="en-US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659704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CF494-2DD2-BF96-1205-DEE13E1FD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850106"/>
          </a:xfrm>
        </p:spPr>
        <p:txBody>
          <a:bodyPr>
            <a:normAutofit fontScale="90000"/>
          </a:bodyPr>
          <a:lstStyle/>
          <a:p>
            <a:r>
              <a:rPr lang="en-US" dirty="0"/>
              <a:t>Write the </a:t>
            </a:r>
            <a:r>
              <a:rPr lang="en-US" dirty="0" err="1"/>
              <a:t>strlen</a:t>
            </a:r>
            <a:r>
              <a:rPr lang="en-US" dirty="0"/>
              <a:t> using char pointers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5DB81-6B5D-02A4-6FE2-29857777D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en-US" dirty="0"/>
              <a:t>Modify the char pointer arithmetic code to calculate </a:t>
            </a:r>
            <a:r>
              <a:rPr lang="en-US" dirty="0" err="1"/>
              <a:t>strlen</a:t>
            </a:r>
            <a:r>
              <a:rPr lang="en-US" dirty="0"/>
              <a:t> function. </a:t>
            </a:r>
            <a:endParaRPr lang="en-GB" dirty="0"/>
          </a:p>
        </p:txBody>
      </p:sp>
      <p:pic>
        <p:nvPicPr>
          <p:cNvPr id="4" name="Content Placeholder 4" descr="denis.manley@apollo: ~/OS2/week2">
            <a:extLst>
              <a:ext uri="{FF2B5EF4-FFF2-40B4-BE49-F238E27FC236}">
                <a16:creationId xmlns:a16="http://schemas.microsoft.com/office/drawing/2014/main" id="{6CFB23B2-8515-7F6C-7F1F-DC2501FB7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2348880"/>
            <a:ext cx="6419056" cy="409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543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Pointers to pointers</a:t>
            </a:r>
          </a:p>
        </p:txBody>
      </p:sp>
      <p:sp useBgFill="1"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92500"/>
          </a:bodyPr>
          <a:lstStyle/>
          <a:p>
            <a:r>
              <a:rPr lang="en-IE" dirty="0"/>
              <a:t>A pointer can also pointer to another pointer which in turn pointers to a “standard” variable: </a:t>
            </a:r>
          </a:p>
          <a:p>
            <a:endParaRPr lang="en-IE" dirty="0"/>
          </a:p>
          <a:p>
            <a:pPr lvl="1"/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=3;  // an integer variable</a:t>
            </a:r>
            <a:br>
              <a:rPr lang="en-US" b="1" dirty="0"/>
            </a:br>
            <a:r>
              <a:rPr lang="en-US" b="1" dirty="0" err="1"/>
              <a:t>int</a:t>
            </a:r>
            <a:r>
              <a:rPr lang="en-US" b="1" dirty="0"/>
              <a:t> *j; // a pointer </a:t>
            </a:r>
            <a:br>
              <a:rPr lang="en-US" b="1" dirty="0"/>
            </a:br>
            <a:r>
              <a:rPr lang="en-US" b="1" dirty="0" err="1"/>
              <a:t>int</a:t>
            </a:r>
            <a:r>
              <a:rPr lang="en-US" b="1" dirty="0"/>
              <a:t> **k;  // a pointer to a pointer (double pointer)</a:t>
            </a:r>
            <a:br>
              <a:rPr lang="en-US" b="1" dirty="0"/>
            </a:br>
            <a:endParaRPr lang="en-US" b="1" dirty="0"/>
          </a:p>
          <a:p>
            <a:pPr lvl="1"/>
            <a:r>
              <a:rPr lang="en-US" b="1" dirty="0"/>
              <a:t>j=&amp;</a:t>
            </a:r>
            <a:r>
              <a:rPr lang="en-US" b="1" dirty="0" err="1"/>
              <a:t>i</a:t>
            </a:r>
            <a:r>
              <a:rPr lang="en-US" b="1" dirty="0"/>
              <a:t>; //line 1 (assigned address of an integer)</a:t>
            </a:r>
            <a:br>
              <a:rPr lang="en-US" b="1" dirty="0"/>
            </a:br>
            <a:endParaRPr lang="en-US" b="1" dirty="0"/>
          </a:p>
          <a:p>
            <a:pPr lvl="1"/>
            <a:r>
              <a:rPr lang="en-US" b="1" dirty="0"/>
              <a:t>k=&amp;j; //line 2 (assigned the address of a pointer)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61314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968552"/>
          </a:xfrm>
        </p:spPr>
        <p:txBody>
          <a:bodyPr/>
          <a:lstStyle/>
          <a:p>
            <a:r>
              <a:rPr lang="en-US" b="1" dirty="0"/>
              <a:t>What is output of the following statements</a:t>
            </a:r>
          </a:p>
          <a:p>
            <a:pPr lvl="1"/>
            <a:endParaRPr lang="en-US" b="1" dirty="0"/>
          </a:p>
          <a:p>
            <a:pPr lvl="1"/>
            <a:r>
              <a:rPr lang="en-US" b="1" dirty="0" err="1"/>
              <a:t>printf</a:t>
            </a:r>
            <a:r>
              <a:rPr lang="en-US" b="1" dirty="0"/>
              <a:t>(“%d”, **k);</a:t>
            </a:r>
          </a:p>
          <a:p>
            <a:pPr lvl="1"/>
            <a:r>
              <a:rPr lang="en-US" b="1" dirty="0" err="1"/>
              <a:t>printf</a:t>
            </a:r>
            <a:r>
              <a:rPr lang="en-US" b="1" dirty="0"/>
              <a:t>(“%p”, *k);</a:t>
            </a:r>
            <a:br>
              <a:rPr lang="en-US" b="1" dirty="0"/>
            </a:br>
            <a:r>
              <a:rPr lang="en-US" b="1" dirty="0" err="1"/>
              <a:t>printf</a:t>
            </a:r>
            <a:r>
              <a:rPr lang="en-US" b="1" dirty="0"/>
              <a:t>(“%d”,*j);</a:t>
            </a:r>
            <a:br>
              <a:rPr lang="en-US" b="1" dirty="0"/>
            </a:br>
            <a:r>
              <a:rPr lang="en-US" b="1" dirty="0" err="1"/>
              <a:t>printf</a:t>
            </a:r>
            <a:r>
              <a:rPr lang="en-US" b="1" dirty="0"/>
              <a:t>(“%d”,</a:t>
            </a:r>
            <a:r>
              <a:rPr lang="en-US" b="1" dirty="0" err="1"/>
              <a:t>i</a:t>
            </a:r>
            <a:r>
              <a:rPr lang="en-US" b="1" dirty="0"/>
              <a:t>);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Assume the following: </a:t>
            </a:r>
            <a:r>
              <a:rPr lang="en-US" b="1" dirty="0" err="1"/>
              <a:t>i</a:t>
            </a:r>
            <a:r>
              <a:rPr lang="en-US" b="1" dirty="0"/>
              <a:t> = 3, j = &amp;I; k = &amp;j </a:t>
            </a:r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31525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Double_pointer</a:t>
            </a:r>
            <a:r>
              <a:rPr lang="en-IE" dirty="0"/>
              <a:t> code and output</a:t>
            </a:r>
          </a:p>
        </p:txBody>
      </p:sp>
      <p:pic>
        <p:nvPicPr>
          <p:cNvPr id="7" name="Content Placeholder 6" descr="denis.manley@apollo: ~/OS2/week2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72816"/>
            <a:ext cx="4244280" cy="4392488"/>
          </a:xfrm>
        </p:spPr>
      </p:pic>
      <p:pic>
        <p:nvPicPr>
          <p:cNvPr id="8" name="Content Placeholder 7" descr="denis.manley@apollo: ~/OS2/week2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5888" y="1916832"/>
            <a:ext cx="4038600" cy="3672408"/>
          </a:xfrm>
        </p:spPr>
      </p:pic>
    </p:spTree>
    <p:extLst>
      <p:ext uri="{BB962C8B-B14F-4D97-AF65-F5344CB8AC3E}">
        <p14:creationId xmlns:p14="http://schemas.microsoft.com/office/powerpoint/2010/main" val="17012916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a5651827-5eeb-473a-82fe-171aa257d11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2281</TotalTime>
  <Words>1088</Words>
  <Application>Microsoft Office PowerPoint</Application>
  <PresentationFormat>On-screen Show (4:3)</PresentationFormat>
  <Paragraphs>149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Lecture 3</vt:lpstr>
      <vt:lpstr>C pointers</vt:lpstr>
      <vt:lpstr>Code and output of Pointer.c</vt:lpstr>
      <vt:lpstr>Pointer arithmetic</vt:lpstr>
      <vt:lpstr>Explain “Output” of following code  </vt:lpstr>
      <vt:lpstr>Pointer arithmetic</vt:lpstr>
      <vt:lpstr>Char_pointer_arithmetic.c</vt:lpstr>
      <vt:lpstr>Explain Sample output  </vt:lpstr>
      <vt:lpstr>Functions </vt:lpstr>
      <vt:lpstr>Calling the function </vt:lpstr>
      <vt:lpstr>Function definition </vt:lpstr>
      <vt:lpstr>Pass by Value/reference</vt:lpstr>
      <vt:lpstr>Swap example (by reference)</vt:lpstr>
      <vt:lpstr>Swap function </vt:lpstr>
      <vt:lpstr>Strings</vt:lpstr>
      <vt:lpstr>Common String Functions</vt:lpstr>
      <vt:lpstr>Common String Functions</vt:lpstr>
      <vt:lpstr>Write the strlen using char pointers</vt:lpstr>
      <vt:lpstr>Pointers to pointers</vt:lpstr>
      <vt:lpstr>Examples </vt:lpstr>
      <vt:lpstr>Double_pointer code and output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Denis Manley</dc:creator>
  <cp:lastModifiedBy>Denis Manley</cp:lastModifiedBy>
  <cp:revision>65</cp:revision>
  <dcterms:created xsi:type="dcterms:W3CDTF">2016-01-29T11:47:40Z</dcterms:created>
  <dcterms:modified xsi:type="dcterms:W3CDTF">2025-09-19T16:06:21Z</dcterms:modified>
</cp:coreProperties>
</file>