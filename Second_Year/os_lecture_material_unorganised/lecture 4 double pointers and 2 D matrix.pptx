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75" r:id="rId4"/>
    <p:sldId id="280" r:id="rId5"/>
    <p:sldId id="276" r:id="rId6"/>
    <p:sldId id="286" r:id="rId7"/>
    <p:sldId id="257" r:id="rId8"/>
    <p:sldId id="261" r:id="rId9"/>
    <p:sldId id="279" r:id="rId10"/>
    <p:sldId id="271" r:id="rId11"/>
    <p:sldId id="272" r:id="rId12"/>
    <p:sldId id="278" r:id="rId13"/>
    <p:sldId id="282" r:id="rId14"/>
    <p:sldId id="281" r:id="rId15"/>
    <p:sldId id="283" r:id="rId16"/>
    <p:sldId id="287" r:id="rId17"/>
    <p:sldId id="284" r:id="rId18"/>
    <p:sldId id="285" r:id="rId19"/>
    <p:sldId id="277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701" y="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4E410E86-E4F9-47F3-8C6F-C62364B21A3E}"/>
    <pc:docChg chg="modSld">
      <pc:chgData name="Denis Manley" userId="445117d2-14a5-4c3e-af19-f1006b049bb1" providerId="ADAL" clId="{4E410E86-E4F9-47F3-8C6F-C62364B21A3E}" dt="2024-09-27T15:56:41.701" v="54" actId="20577"/>
      <pc:docMkLst>
        <pc:docMk/>
      </pc:docMkLst>
      <pc:sldChg chg="modSp mod">
        <pc:chgData name="Denis Manley" userId="445117d2-14a5-4c3e-af19-f1006b049bb1" providerId="ADAL" clId="{4E410E86-E4F9-47F3-8C6F-C62364B21A3E}" dt="2024-09-27T15:56:41.701" v="54" actId="20577"/>
        <pc:sldMkLst>
          <pc:docMk/>
          <pc:sldMk cId="572887329" sldId="277"/>
        </pc:sldMkLst>
      </pc:sldChg>
    </pc:docChg>
  </pc:docChgLst>
  <pc:docChgLst>
    <pc:chgData name="Denis Manley" userId="445117d2-14a5-4c3e-af19-f1006b049bb1" providerId="ADAL" clId="{F57EA943-35CF-4859-A63F-44B6EF695CCD}"/>
    <pc:docChg chg="custSel addSld delSld modSld">
      <pc:chgData name="Denis Manley" userId="445117d2-14a5-4c3e-af19-f1006b049bb1" providerId="ADAL" clId="{F57EA943-35CF-4859-A63F-44B6EF695CCD}" dt="2025-09-26T09:47:55.070" v="650" actId="14100"/>
      <pc:docMkLst>
        <pc:docMk/>
      </pc:docMkLst>
      <pc:sldChg chg="modSp mod">
        <pc:chgData name="Denis Manley" userId="445117d2-14a5-4c3e-af19-f1006b049bb1" providerId="ADAL" clId="{F57EA943-35CF-4859-A63F-44B6EF695CCD}" dt="2025-09-26T09:04:24.554" v="607" actId="20577"/>
        <pc:sldMkLst>
          <pc:docMk/>
          <pc:sldMk cId="2020089066" sldId="257"/>
        </pc:sldMkLst>
        <pc:spChg chg="mod">
          <ac:chgData name="Denis Manley" userId="445117d2-14a5-4c3e-af19-f1006b049bb1" providerId="ADAL" clId="{F57EA943-35CF-4859-A63F-44B6EF695CCD}" dt="2025-09-26T09:04:24.554" v="607" actId="20577"/>
          <ac:spMkLst>
            <pc:docMk/>
            <pc:sldMk cId="2020089066" sldId="257"/>
            <ac:spMk id="3" creationId="{00000000-0000-0000-0000-000000000000}"/>
          </ac:spMkLst>
        </pc:spChg>
      </pc:sldChg>
      <pc:sldChg chg="delSp modSp mod">
        <pc:chgData name="Denis Manley" userId="445117d2-14a5-4c3e-af19-f1006b049bb1" providerId="ADAL" clId="{F57EA943-35CF-4859-A63F-44B6EF695CCD}" dt="2025-09-26T09:04:43.540" v="608" actId="1076"/>
        <pc:sldMkLst>
          <pc:docMk/>
          <pc:sldMk cId="265269635" sldId="276"/>
        </pc:sldMkLst>
        <pc:spChg chg="mod">
          <ac:chgData name="Denis Manley" userId="445117d2-14a5-4c3e-af19-f1006b049bb1" providerId="ADAL" clId="{F57EA943-35CF-4859-A63F-44B6EF695CCD}" dt="2025-09-26T08:58:49.384" v="357" actId="27636"/>
          <ac:spMkLst>
            <pc:docMk/>
            <pc:sldMk cId="265269635" sldId="276"/>
            <ac:spMk id="2" creationId="{00000000-0000-0000-0000-000000000000}"/>
          </ac:spMkLst>
        </pc:spChg>
        <pc:spChg chg="mod">
          <ac:chgData name="Denis Manley" userId="445117d2-14a5-4c3e-af19-f1006b049bb1" providerId="ADAL" clId="{F57EA943-35CF-4859-A63F-44B6EF695CCD}" dt="2025-09-26T08:59:50.465" v="395" actId="255"/>
          <ac:spMkLst>
            <pc:docMk/>
            <pc:sldMk cId="265269635" sldId="276"/>
            <ac:spMk id="3" creationId="{00000000-0000-0000-0000-000000000000}"/>
          </ac:spMkLst>
        </pc:spChg>
        <pc:picChg chg="mod">
          <ac:chgData name="Denis Manley" userId="445117d2-14a5-4c3e-af19-f1006b049bb1" providerId="ADAL" clId="{F57EA943-35CF-4859-A63F-44B6EF695CCD}" dt="2025-09-26T09:04:43.540" v="608" actId="1076"/>
          <ac:picMkLst>
            <pc:docMk/>
            <pc:sldMk cId="265269635" sldId="276"/>
            <ac:picMk id="5" creationId="{77336277-D6B5-B72E-8B6B-2E868E75BF61}"/>
          </ac:picMkLst>
        </pc:picChg>
        <pc:picChg chg="del">
          <ac:chgData name="Denis Manley" userId="445117d2-14a5-4c3e-af19-f1006b049bb1" providerId="ADAL" clId="{F57EA943-35CF-4859-A63F-44B6EF695CCD}" dt="2025-09-26T08:51:31.378" v="0" actId="478"/>
          <ac:picMkLst>
            <pc:docMk/>
            <pc:sldMk cId="265269635" sldId="276"/>
            <ac:picMk id="1027" creationId="{00000000-0000-0000-0000-000000000000}"/>
          </ac:picMkLst>
        </pc:picChg>
      </pc:sldChg>
      <pc:sldChg chg="modSp mod">
        <pc:chgData name="Denis Manley" userId="445117d2-14a5-4c3e-af19-f1006b049bb1" providerId="ADAL" clId="{F57EA943-35CF-4859-A63F-44B6EF695CCD}" dt="2025-09-26T09:47:55.070" v="650" actId="14100"/>
        <pc:sldMkLst>
          <pc:docMk/>
          <pc:sldMk cId="572887329" sldId="277"/>
        </pc:sldMkLst>
        <pc:spChg chg="mod">
          <ac:chgData name="Denis Manley" userId="445117d2-14a5-4c3e-af19-f1006b049bb1" providerId="ADAL" clId="{F57EA943-35CF-4859-A63F-44B6EF695CCD}" dt="2025-09-26T09:47:55.070" v="650" actId="14100"/>
          <ac:spMkLst>
            <pc:docMk/>
            <pc:sldMk cId="572887329" sldId="277"/>
            <ac:spMk id="3" creationId="{00000000-0000-0000-0000-000000000000}"/>
          </ac:spMkLst>
        </pc:spChg>
      </pc:sldChg>
      <pc:sldChg chg="modSp mod">
        <pc:chgData name="Denis Manley" userId="445117d2-14a5-4c3e-af19-f1006b049bb1" providerId="ADAL" clId="{F57EA943-35CF-4859-A63F-44B6EF695CCD}" dt="2025-09-26T09:07:19.637" v="627" actId="20577"/>
        <pc:sldMkLst>
          <pc:docMk/>
          <pc:sldMk cId="3396267056" sldId="283"/>
        </pc:sldMkLst>
        <pc:spChg chg="mod">
          <ac:chgData name="Denis Manley" userId="445117d2-14a5-4c3e-af19-f1006b049bb1" providerId="ADAL" clId="{F57EA943-35CF-4859-A63F-44B6EF695CCD}" dt="2025-09-26T09:07:19.637" v="627" actId="20577"/>
          <ac:spMkLst>
            <pc:docMk/>
            <pc:sldMk cId="3396267056" sldId="283"/>
            <ac:spMk id="3" creationId="{00000000-0000-0000-0000-000000000000}"/>
          </ac:spMkLst>
        </pc:spChg>
      </pc:sldChg>
      <pc:sldChg chg="addSp delSp modSp mod">
        <pc:chgData name="Denis Manley" userId="445117d2-14a5-4c3e-af19-f1006b049bb1" providerId="ADAL" clId="{F57EA943-35CF-4859-A63F-44B6EF695CCD}" dt="2025-09-26T09:46:45.209" v="642" actId="14100"/>
        <pc:sldMkLst>
          <pc:docMk/>
          <pc:sldMk cId="2841363612" sldId="285"/>
        </pc:sldMkLst>
        <pc:spChg chg="add del mod">
          <ac:chgData name="Denis Manley" userId="445117d2-14a5-4c3e-af19-f1006b049bb1" providerId="ADAL" clId="{F57EA943-35CF-4859-A63F-44B6EF695CCD}" dt="2025-09-26T09:39:20.553" v="631" actId="931"/>
          <ac:spMkLst>
            <pc:docMk/>
            <pc:sldMk cId="2841363612" sldId="285"/>
            <ac:spMk id="4" creationId="{9D3EC772-49DD-AFC4-9F11-B07EE68EA7A5}"/>
          </ac:spMkLst>
        </pc:spChg>
        <pc:spChg chg="add del mod">
          <ac:chgData name="Denis Manley" userId="445117d2-14a5-4c3e-af19-f1006b049bb1" providerId="ADAL" clId="{F57EA943-35CF-4859-A63F-44B6EF695CCD}" dt="2025-09-26T09:46:38.775" v="638" actId="931"/>
          <ac:spMkLst>
            <pc:docMk/>
            <pc:sldMk cId="2841363612" sldId="285"/>
            <ac:spMk id="8" creationId="{5899D302-E0C2-785A-6178-DC6E23BEF3E7}"/>
          </ac:spMkLst>
        </pc:spChg>
        <pc:picChg chg="add del mod">
          <ac:chgData name="Denis Manley" userId="445117d2-14a5-4c3e-af19-f1006b049bb1" providerId="ADAL" clId="{F57EA943-35CF-4859-A63F-44B6EF695CCD}" dt="2025-09-26T09:46:21.174" v="637" actId="478"/>
          <ac:picMkLst>
            <pc:docMk/>
            <pc:sldMk cId="2841363612" sldId="285"/>
            <ac:picMk id="6" creationId="{FC6EB1D1-8793-BED9-85E6-E44D320A929B}"/>
          </ac:picMkLst>
        </pc:picChg>
        <pc:picChg chg="del">
          <ac:chgData name="Denis Manley" userId="445117d2-14a5-4c3e-af19-f1006b049bb1" providerId="ADAL" clId="{F57EA943-35CF-4859-A63F-44B6EF695CCD}" dt="2025-09-26T09:38:49.456" v="628" actId="478"/>
          <ac:picMkLst>
            <pc:docMk/>
            <pc:sldMk cId="2841363612" sldId="285"/>
            <ac:picMk id="9" creationId="{228BCFA3-869C-8DA3-CC49-173BB863C8C5}"/>
          </ac:picMkLst>
        </pc:picChg>
        <pc:picChg chg="add mod">
          <ac:chgData name="Denis Manley" userId="445117d2-14a5-4c3e-af19-f1006b049bb1" providerId="ADAL" clId="{F57EA943-35CF-4859-A63F-44B6EF695CCD}" dt="2025-09-26T09:46:45.209" v="642" actId="14100"/>
          <ac:picMkLst>
            <pc:docMk/>
            <pc:sldMk cId="2841363612" sldId="285"/>
            <ac:picMk id="11" creationId="{A1CC5F39-A8BB-9A27-0EA0-8E18B69EB038}"/>
          </ac:picMkLst>
        </pc:picChg>
      </pc:sldChg>
      <pc:sldChg chg="del">
        <pc:chgData name="Denis Manley" userId="445117d2-14a5-4c3e-af19-f1006b049bb1" providerId="ADAL" clId="{F57EA943-35CF-4859-A63F-44B6EF695CCD}" dt="2025-09-26T08:53:03.347" v="3" actId="2696"/>
        <pc:sldMkLst>
          <pc:docMk/>
          <pc:sldMk cId="2038709767" sldId="286"/>
        </pc:sldMkLst>
      </pc:sldChg>
      <pc:sldChg chg="modSp add mod">
        <pc:chgData name="Denis Manley" userId="445117d2-14a5-4c3e-af19-f1006b049bb1" providerId="ADAL" clId="{F57EA943-35CF-4859-A63F-44B6EF695CCD}" dt="2025-09-26T09:05:05.466" v="610" actId="14100"/>
        <pc:sldMkLst>
          <pc:docMk/>
          <pc:sldMk cId="3349925346" sldId="286"/>
        </pc:sldMkLst>
        <pc:spChg chg="mod">
          <ac:chgData name="Denis Manley" userId="445117d2-14a5-4c3e-af19-f1006b049bb1" providerId="ADAL" clId="{F57EA943-35CF-4859-A63F-44B6EF695CCD}" dt="2025-09-26T08:58:13.188" v="318" actId="255"/>
          <ac:spMkLst>
            <pc:docMk/>
            <pc:sldMk cId="3349925346" sldId="286"/>
            <ac:spMk id="2" creationId="{00000000-0000-0000-0000-000000000000}"/>
          </ac:spMkLst>
        </pc:spChg>
        <pc:spChg chg="mod">
          <ac:chgData name="Denis Manley" userId="445117d2-14a5-4c3e-af19-f1006b049bb1" providerId="ADAL" clId="{F57EA943-35CF-4859-A63F-44B6EF695CCD}" dt="2025-09-26T08:57:55.197" v="316" actId="255"/>
          <ac:spMkLst>
            <pc:docMk/>
            <pc:sldMk cId="3349925346" sldId="286"/>
            <ac:spMk id="4" creationId="{16ABD658-5761-F6F6-A8E2-3BF881336084}"/>
          </ac:spMkLst>
        </pc:spChg>
        <pc:picChg chg="mod">
          <ac:chgData name="Denis Manley" userId="445117d2-14a5-4c3e-af19-f1006b049bb1" providerId="ADAL" clId="{F57EA943-35CF-4859-A63F-44B6EF695CCD}" dt="2025-09-26T09:05:05.466" v="610" actId="14100"/>
          <ac:picMkLst>
            <pc:docMk/>
            <pc:sldMk cId="3349925346" sldId="286"/>
            <ac:picMk id="9" creationId="{09F23D6B-34FF-BA48-5483-44116400563A}"/>
          </ac:picMkLst>
        </pc:picChg>
      </pc:sldChg>
    </pc:docChg>
  </pc:docChgLst>
  <pc:docChgLst>
    <pc:chgData name="Denis Manley" userId="445117d2-14a5-4c3e-af19-f1006b049bb1" providerId="ADAL" clId="{A1C8207A-39B8-40DC-AFDB-5FC9A17256F3}"/>
    <pc:docChg chg="undo custSel modSld replTag delTag">
      <pc:chgData name="Denis Manley" userId="445117d2-14a5-4c3e-af19-f1006b049bb1" providerId="ADAL" clId="{A1C8207A-39B8-40DC-AFDB-5FC9A17256F3}" dt="2023-09-29T14:50:20.217" v="240"/>
      <pc:docMkLst>
        <pc:docMk/>
      </pc:docMkLst>
      <pc:sldChg chg="addSp delSp modSp mod">
        <pc:chgData name="Denis Manley" userId="445117d2-14a5-4c3e-af19-f1006b049bb1" providerId="ADAL" clId="{A1C8207A-39B8-40DC-AFDB-5FC9A17256F3}" dt="2023-09-29T14:50:14.323" v="237" actId="14100"/>
        <pc:sldMkLst>
          <pc:docMk/>
          <pc:sldMk cId="2549944169" sldId="284"/>
        </pc:sldMkLst>
      </pc:sldChg>
      <pc:sldChg chg="addSp delSp modSp mod">
        <pc:chgData name="Denis Manley" userId="445117d2-14a5-4c3e-af19-f1006b049bb1" providerId="ADAL" clId="{A1C8207A-39B8-40DC-AFDB-5FC9A17256F3}" dt="2023-09-29T14:49:34.922" v="233" actId="14100"/>
        <pc:sldMkLst>
          <pc:docMk/>
          <pc:sldMk cId="2841363612" sldId="285"/>
        </pc:sldMkLst>
      </pc:sldChg>
      <pc:sldChg chg="addSp delSp modSp mod">
        <pc:chgData name="Denis Manley" userId="445117d2-14a5-4c3e-af19-f1006b049bb1" providerId="ADAL" clId="{A1C8207A-39B8-40DC-AFDB-5FC9A17256F3}" dt="2023-09-29T09:09:01.118" v="222" actId="1076"/>
        <pc:sldMkLst>
          <pc:docMk/>
          <pc:sldMk cId="2038709767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651F9-57E8-4782-A073-908B8CFD0EF1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2DD0A-2438-4F02-8129-75DF1AD18C1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515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2852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5113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125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8592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057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4387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448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398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11913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617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212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3CD50-1789-47B2-9768-03981A4D2772}" type="datetimeFigureOut">
              <a:rPr lang="en-IE" smtClean="0"/>
              <a:t>26/09/2025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C084D-15BD-4462-AA04-1FD85C11A74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8486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sisfun.com/algebra/matrix-multiplying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/>
              <a:t>Lecture 4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3886200"/>
            <a:ext cx="7920880" cy="1126976"/>
          </a:xfrm>
        </p:spPr>
        <p:txBody>
          <a:bodyPr>
            <a:normAutofit/>
          </a:bodyPr>
          <a:lstStyle/>
          <a:p>
            <a:r>
              <a:rPr lang="en-IE" dirty="0"/>
              <a:t>Pointers to: pointers; arrays and  structures.</a:t>
            </a:r>
          </a:p>
        </p:txBody>
      </p:sp>
    </p:spTree>
    <p:extLst>
      <p:ext uri="{BB962C8B-B14F-4D97-AF65-F5344CB8AC3E}">
        <p14:creationId xmlns:p14="http://schemas.microsoft.com/office/powerpoint/2010/main" val="231634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Pointers to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92500"/>
          </a:bodyPr>
          <a:lstStyle/>
          <a:p>
            <a:r>
              <a:rPr lang="en-IE" dirty="0"/>
              <a:t>A pointer can also pointer to another pointer which in turn pointers to a “standard” variable: </a:t>
            </a:r>
          </a:p>
          <a:p>
            <a:endParaRPr lang="en-IE" dirty="0"/>
          </a:p>
          <a:p>
            <a:pPr lvl="1"/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=3;  // an integer variable</a:t>
            </a:r>
            <a:br>
              <a:rPr lang="en-US" b="1" dirty="0"/>
            </a:br>
            <a:r>
              <a:rPr lang="en-US" b="1" dirty="0" err="1"/>
              <a:t>int</a:t>
            </a:r>
            <a:r>
              <a:rPr lang="en-US" b="1" dirty="0"/>
              <a:t> *j; // a pointer </a:t>
            </a:r>
            <a:br>
              <a:rPr lang="en-US" b="1" dirty="0"/>
            </a:br>
            <a:r>
              <a:rPr lang="en-US" b="1" dirty="0" err="1"/>
              <a:t>int</a:t>
            </a:r>
            <a:r>
              <a:rPr lang="en-US" b="1" dirty="0"/>
              <a:t> **k;  // a pointer to a pointer (double pointer)</a:t>
            </a:r>
            <a:br>
              <a:rPr lang="en-US" b="1" dirty="0"/>
            </a:br>
            <a:endParaRPr lang="en-US" b="1" dirty="0"/>
          </a:p>
          <a:p>
            <a:pPr lvl="1"/>
            <a:r>
              <a:rPr lang="en-US" b="1" dirty="0"/>
              <a:t>j=&amp;</a:t>
            </a:r>
            <a:r>
              <a:rPr lang="en-US" b="1" dirty="0" err="1"/>
              <a:t>i</a:t>
            </a:r>
            <a:r>
              <a:rPr lang="en-US" b="1" dirty="0"/>
              <a:t>; //line 1 (assigned address of an integer)</a:t>
            </a:r>
            <a:br>
              <a:rPr lang="en-US" b="1" dirty="0"/>
            </a:br>
            <a:endParaRPr lang="en-US" b="1" dirty="0"/>
          </a:p>
          <a:p>
            <a:pPr lvl="1"/>
            <a:r>
              <a:rPr lang="en-US" b="1" dirty="0"/>
              <a:t>k=&amp;j; //line 2 (assigned the address of a pointer)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3713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/>
          <a:lstStyle/>
          <a:p>
            <a:r>
              <a:rPr lang="en-US" b="1" dirty="0"/>
              <a:t>What is output of the following statements</a:t>
            </a:r>
          </a:p>
          <a:p>
            <a:pPr lvl="1"/>
            <a:endParaRPr lang="en-US" b="1" dirty="0"/>
          </a:p>
          <a:p>
            <a:pPr lvl="1"/>
            <a:r>
              <a:rPr lang="en-US" b="1" dirty="0" err="1"/>
              <a:t>printf</a:t>
            </a:r>
            <a:r>
              <a:rPr lang="en-US" b="1" dirty="0"/>
              <a:t>(“%d”, **k);</a:t>
            </a:r>
          </a:p>
          <a:p>
            <a:pPr lvl="1"/>
            <a:r>
              <a:rPr lang="en-US" b="1" dirty="0" err="1"/>
              <a:t>printf</a:t>
            </a:r>
            <a:r>
              <a:rPr lang="en-US" b="1" dirty="0"/>
              <a:t>(“%p”, *k);</a:t>
            </a:r>
            <a:br>
              <a:rPr lang="en-US" b="1" dirty="0"/>
            </a:br>
            <a:r>
              <a:rPr lang="en-US" b="1" dirty="0" err="1"/>
              <a:t>printf</a:t>
            </a:r>
            <a:r>
              <a:rPr lang="en-US" b="1" dirty="0"/>
              <a:t>(“%d”,*j);</a:t>
            </a:r>
            <a:br>
              <a:rPr lang="en-US" b="1" dirty="0"/>
            </a:br>
            <a:r>
              <a:rPr lang="en-US" b="1" dirty="0" err="1"/>
              <a:t>printf</a:t>
            </a:r>
            <a:r>
              <a:rPr lang="en-US" b="1" dirty="0"/>
              <a:t>(“%d”,</a:t>
            </a:r>
            <a:r>
              <a:rPr lang="en-US" b="1" dirty="0" err="1"/>
              <a:t>i</a:t>
            </a:r>
            <a:r>
              <a:rPr lang="en-US" b="1" dirty="0"/>
              <a:t>);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Assume the following: </a:t>
            </a:r>
            <a:r>
              <a:rPr lang="en-US" b="1" dirty="0" err="1"/>
              <a:t>i</a:t>
            </a:r>
            <a:r>
              <a:rPr lang="en-US" b="1" dirty="0"/>
              <a:t> = 3, j = &amp;I; k = &amp;j 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092337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Double_pointer</a:t>
            </a:r>
            <a:r>
              <a:rPr lang="en-IE" dirty="0"/>
              <a:t> code and output</a:t>
            </a:r>
          </a:p>
        </p:txBody>
      </p:sp>
      <p:pic>
        <p:nvPicPr>
          <p:cNvPr id="7" name="Content Placeholder 6" descr="denis.manley@apollo: ~/OS2/week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00808"/>
            <a:ext cx="4244280" cy="4392488"/>
          </a:xfrm>
        </p:spPr>
      </p:pic>
      <p:pic>
        <p:nvPicPr>
          <p:cNvPr id="8" name="Content Placeholder 7" descr="denis.manley@apollo: ~/OS2/week2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888" y="1916832"/>
            <a:ext cx="4038600" cy="3672408"/>
          </a:xfrm>
        </p:spPr>
      </p:pic>
    </p:spTree>
    <p:extLst>
      <p:ext uri="{BB962C8B-B14F-4D97-AF65-F5344CB8AC3E}">
        <p14:creationId xmlns:p14="http://schemas.microsoft.com/office/powerpoint/2010/main" val="46258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E" dirty="0"/>
              <a:t>2 D Array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832648"/>
          </a:xfrm>
        </p:spPr>
        <p:txBody>
          <a:bodyPr>
            <a:normAutofit/>
          </a:bodyPr>
          <a:lstStyle/>
          <a:p>
            <a:r>
              <a:rPr lang="en-IE" sz="2800" dirty="0"/>
              <a:t>A  2_D array is essentially :</a:t>
            </a:r>
          </a:p>
          <a:p>
            <a:r>
              <a:rPr lang="en-IE" sz="2800" dirty="0"/>
              <a:t>an arrays of pointers (variables that store an address) </a:t>
            </a:r>
          </a:p>
          <a:p>
            <a:r>
              <a:rPr lang="en-IE" sz="2800" dirty="0"/>
              <a:t>Each element of the 2_D array can be accessed using subscripts or pointers  / double pointers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pPr lvl="1"/>
            <a:endParaRPr lang="en-IE" dirty="0">
              <a:solidFill>
                <a:srgbClr val="FF0000"/>
              </a:solidFill>
            </a:endParaRPr>
          </a:p>
          <a:p>
            <a:endParaRPr lang="en-IE" dirty="0"/>
          </a:p>
        </p:txBody>
      </p:sp>
      <p:pic>
        <p:nvPicPr>
          <p:cNvPr id="5" name="Picture 4" descr="A diagram of a number system&#10;&#10;Description automatically generated">
            <a:extLst>
              <a:ext uri="{FF2B5EF4-FFF2-40B4-BE49-F238E27FC236}">
                <a16:creationId xmlns:a16="http://schemas.microsoft.com/office/drawing/2014/main" id="{77336277-D6B5-B72E-8B6B-2E868E75B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140968"/>
            <a:ext cx="5932617" cy="311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9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18058"/>
          </a:xfrm>
        </p:spPr>
        <p:txBody>
          <a:bodyPr>
            <a:noAutofit/>
          </a:bodyPr>
          <a:lstStyle/>
          <a:p>
            <a:r>
              <a:rPr lang="en-IE" sz="3600" dirty="0"/>
              <a:t>2D Matrix and Address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BD658-5761-F6F6-A8E2-3BF881336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98" y="908720"/>
            <a:ext cx="8229600" cy="5616624"/>
          </a:xfrm>
        </p:spPr>
        <p:txBody>
          <a:bodyPr/>
          <a:lstStyle/>
          <a:p>
            <a:r>
              <a:rPr lang="en-US" sz="2400" dirty="0"/>
              <a:t>The array name stores the address of the first element of 1_D array of pointers (double pointer (**) to single pointer(*)</a:t>
            </a:r>
          </a:p>
          <a:p>
            <a:r>
              <a:rPr lang="en-US" sz="2400" dirty="0"/>
              <a:t>Each element of this 1-D array of “pointers” stores the address of the first element of an array of standard variables: a row of the 2_D  a matrix.</a:t>
            </a:r>
          </a:p>
          <a:p>
            <a:endParaRPr lang="en-US" dirty="0"/>
          </a:p>
          <a:p>
            <a:endParaRPr lang="en-GB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09F23D6B-34FF-BA48-5483-441164005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73" y="2996952"/>
            <a:ext cx="6525423" cy="190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25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E" dirty="0"/>
              <a:t>Array of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616624"/>
          </a:xfrm>
        </p:spPr>
        <p:txBody>
          <a:bodyPr>
            <a:normAutofit fontScale="92500" lnSpcReduction="20000"/>
          </a:bodyPr>
          <a:lstStyle/>
          <a:p>
            <a:endParaRPr lang="en-IE" dirty="0"/>
          </a:p>
          <a:p>
            <a:r>
              <a:rPr lang="en-IE" dirty="0"/>
              <a:t>2_D array of integers:</a:t>
            </a:r>
          </a:p>
          <a:p>
            <a:pPr lvl="1"/>
            <a:r>
              <a:rPr lang="en-IE" b="1" dirty="0" err="1"/>
              <a:t>int</a:t>
            </a:r>
            <a:r>
              <a:rPr lang="en-IE" b="1" dirty="0"/>
              <a:t> matrix[3][4]</a:t>
            </a:r>
            <a:r>
              <a:rPr lang="en-IE" dirty="0"/>
              <a:t>; //declare 2_D array</a:t>
            </a:r>
          </a:p>
          <a:p>
            <a:pPr lvl="1"/>
            <a:r>
              <a:rPr lang="en-IE" dirty="0"/>
              <a:t>Access individual elements using </a:t>
            </a:r>
            <a:r>
              <a:rPr lang="en-IE" i="1" dirty="0"/>
              <a:t>subscript notation</a:t>
            </a:r>
            <a:r>
              <a:rPr lang="en-IE" dirty="0"/>
              <a:t>: </a:t>
            </a:r>
          </a:p>
          <a:p>
            <a:pPr lvl="2"/>
            <a:r>
              <a:rPr lang="en-IE" dirty="0" err="1"/>
              <a:t>printf</a:t>
            </a:r>
            <a:r>
              <a:rPr lang="en-IE" dirty="0"/>
              <a:t>(“ value of row 2 col 2 is %d”, matrix[1][1]);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Actual Implementation: Access elements using pointer variables:</a:t>
            </a:r>
          </a:p>
          <a:p>
            <a:pPr lvl="2"/>
            <a:r>
              <a:rPr lang="en-IE" dirty="0" err="1"/>
              <a:t>printf</a:t>
            </a:r>
            <a:r>
              <a:rPr lang="en-IE" dirty="0"/>
              <a:t>(“ value of row 2 col 2 is %d”, *(*(matrix + 1) + 1));</a:t>
            </a:r>
          </a:p>
          <a:p>
            <a:pPr lvl="2"/>
            <a:r>
              <a:rPr lang="en-IE" dirty="0"/>
              <a:t> access the 1_D array of pointers *(matrix + 1) </a:t>
            </a:r>
          </a:p>
          <a:p>
            <a:pPr lvl="2"/>
            <a:r>
              <a:rPr lang="en-IE" dirty="0"/>
              <a:t>Access an element of the of the 2_D array via  *(*(matrix + 1) +1)</a:t>
            </a:r>
          </a:p>
          <a:p>
            <a:pPr lvl="1"/>
            <a:endParaRPr lang="en-IE" dirty="0">
              <a:solidFill>
                <a:srgbClr val="FF0000"/>
              </a:solidFill>
            </a:endParaRPr>
          </a:p>
          <a:p>
            <a:pPr lvl="1"/>
            <a:r>
              <a:rPr lang="en-IE" dirty="0">
                <a:solidFill>
                  <a:srgbClr val="FF0000"/>
                </a:solidFill>
              </a:rPr>
              <a:t>Explain </a:t>
            </a:r>
            <a:r>
              <a:rPr lang="en-IE" i="1" dirty="0">
                <a:solidFill>
                  <a:srgbClr val="FF0000"/>
                </a:solidFill>
              </a:rPr>
              <a:t>clearly</a:t>
            </a:r>
            <a:r>
              <a:rPr lang="en-IE" dirty="0">
                <a:solidFill>
                  <a:srgbClr val="FF0000"/>
                </a:solidFill>
              </a:rPr>
              <a:t> how the pointer notation prints  row 2 col ? 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20089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Manipulate 2_D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To access each element you need to use nested for loops; consider a 3x3 matrix</a:t>
            </a:r>
          </a:p>
          <a:p>
            <a:r>
              <a:rPr lang="en-IE" dirty="0"/>
              <a:t>To print each value </a:t>
            </a:r>
          </a:p>
          <a:p>
            <a:pPr lvl="1"/>
            <a:r>
              <a:rPr lang="en-IE" dirty="0"/>
              <a:t>for (row = 0; row&lt;3; row++)</a:t>
            </a:r>
          </a:p>
          <a:p>
            <a:pPr lvl="2"/>
            <a:r>
              <a:rPr lang="en-IE" dirty="0"/>
              <a:t>for (col = 0; col &lt;3; col++ )</a:t>
            </a:r>
          </a:p>
          <a:p>
            <a:pPr lvl="3"/>
            <a:r>
              <a:rPr lang="en-IE" dirty="0" err="1"/>
              <a:t>printf</a:t>
            </a:r>
            <a:r>
              <a:rPr lang="en-IE" dirty="0"/>
              <a:t>(“%d “, matrix[row][col] );    // can also use pointer arithmetic</a:t>
            </a:r>
          </a:p>
          <a:p>
            <a:pPr lvl="3"/>
            <a:endParaRPr lang="en-IE" dirty="0"/>
          </a:p>
          <a:p>
            <a:r>
              <a:rPr lang="en-IE" dirty="0">
                <a:solidFill>
                  <a:srgbClr val="FF0000"/>
                </a:solidFill>
              </a:rPr>
              <a:t>Class Question: How would you calculate and display the </a:t>
            </a:r>
            <a:r>
              <a:rPr lang="en-IE" b="1" dirty="0">
                <a:solidFill>
                  <a:srgbClr val="FF0000"/>
                </a:solidFill>
              </a:rPr>
              <a:t>addition</a:t>
            </a:r>
            <a:r>
              <a:rPr lang="en-IE" dirty="0">
                <a:solidFill>
                  <a:srgbClr val="FF0000"/>
                </a:solidFill>
              </a:rPr>
              <a:t> of two matrices. </a:t>
            </a:r>
          </a:p>
        </p:txBody>
      </p:sp>
    </p:spTree>
    <p:extLst>
      <p:ext uri="{BB962C8B-B14F-4D97-AF65-F5344CB8AC3E}">
        <p14:creationId xmlns:p14="http://schemas.microsoft.com/office/powerpoint/2010/main" val="3387016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640960" cy="634082"/>
          </a:xfrm>
        </p:spPr>
        <p:txBody>
          <a:bodyPr>
            <a:noAutofit/>
          </a:bodyPr>
          <a:lstStyle/>
          <a:p>
            <a:r>
              <a:rPr lang="en-IE" sz="3200" dirty="0"/>
              <a:t>Sample output Matrix Addition: (</a:t>
            </a:r>
            <a:r>
              <a:rPr lang="en-IE" sz="3200" dirty="0" err="1"/>
              <a:t>MatrixSum.c</a:t>
            </a:r>
            <a:r>
              <a:rPr lang="en-IE" sz="3200" dirty="0"/>
              <a:t>)</a:t>
            </a:r>
          </a:p>
        </p:txBody>
      </p:sp>
      <p:pic>
        <p:nvPicPr>
          <p:cNvPr id="4" name="Content Placeholder 3" descr="denis.manley@apollo: ~/OS2/week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1" y="1307231"/>
            <a:ext cx="6019798" cy="5218113"/>
          </a:xfrm>
        </p:spPr>
      </p:pic>
    </p:spTree>
    <p:extLst>
      <p:ext uri="{BB962C8B-B14F-4D97-AF65-F5344CB8AC3E}">
        <p14:creationId xmlns:p14="http://schemas.microsoft.com/office/powerpoint/2010/main" val="2947930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>
                <a:solidFill>
                  <a:srgbClr val="FF0000"/>
                </a:solidFill>
              </a:rPr>
              <a:t>How would you perform matrix multiplication of two matrices? </a:t>
            </a:r>
          </a:p>
          <a:p>
            <a:endParaRPr lang="en-IE" dirty="0"/>
          </a:p>
          <a:p>
            <a:r>
              <a:rPr lang="en-IE" dirty="0"/>
              <a:t>The following link describes how to multiply two matrices: </a:t>
            </a:r>
            <a:r>
              <a:rPr lang="en-IE" dirty="0">
                <a:hlinkClick r:id="rId2"/>
              </a:rPr>
              <a:t>matrix multiplication</a:t>
            </a:r>
            <a:r>
              <a:rPr lang="en-IE" dirty="0"/>
              <a:t> </a:t>
            </a:r>
          </a:p>
          <a:p>
            <a:endParaRPr lang="en-IE" dirty="0"/>
          </a:p>
          <a:p>
            <a:r>
              <a:rPr lang="en-IE" dirty="0"/>
              <a:t>Refer to the 3x3 image file on web courses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9642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6" name="Content Placeholder 5" descr="3x3-matrix-formula.jpg.gif - IrfanView (Zoom: 1354 x 532)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24744"/>
            <a:ext cx="8229600" cy="5400600"/>
          </a:xfrm>
        </p:spPr>
      </p:pic>
    </p:spTree>
    <p:extLst>
      <p:ext uri="{BB962C8B-B14F-4D97-AF65-F5344CB8AC3E}">
        <p14:creationId xmlns:p14="http://schemas.microsoft.com/office/powerpoint/2010/main" val="3166856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IE" dirty="0"/>
              <a:t>Sample output</a:t>
            </a:r>
          </a:p>
        </p:txBody>
      </p:sp>
      <p:pic>
        <p:nvPicPr>
          <p:cNvPr id="4" name="Content Placeholder 3" descr="denis.manley@apollo: ~/OS2/week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30" y="1052513"/>
            <a:ext cx="5853140" cy="5073650"/>
          </a:xfrm>
        </p:spPr>
      </p:pic>
    </p:spTree>
    <p:extLst>
      <p:ext uri="{BB962C8B-B14F-4D97-AF65-F5344CB8AC3E}">
        <p14:creationId xmlns:p14="http://schemas.microsoft.com/office/powerpoint/2010/main" val="689788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Matrix Multiplication exercise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38" y="2163777"/>
            <a:ext cx="7201524" cy="3322608"/>
          </a:xfrm>
        </p:spPr>
      </p:pic>
    </p:spTree>
    <p:extLst>
      <p:ext uri="{BB962C8B-B14F-4D97-AF65-F5344CB8AC3E}">
        <p14:creationId xmlns:p14="http://schemas.microsoft.com/office/powerpoint/2010/main" val="365434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IE" sz="2400" dirty="0"/>
              <a:t>3 For loop:  matrix  multiplication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72608"/>
          </a:xfrm>
        </p:spPr>
        <p:txBody>
          <a:bodyPr>
            <a:normAutofit/>
          </a:bodyPr>
          <a:lstStyle/>
          <a:p>
            <a:r>
              <a:rPr lang="en-IE" dirty="0"/>
              <a:t>Sample C code to multiplying 2_D matrices of the same dimensions :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92896"/>
            <a:ext cx="6420894" cy="268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86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Array of string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If you wanted to create an array to store all the months [strings] of the year you could</a:t>
            </a:r>
          </a:p>
          <a:p>
            <a:pPr lvl="1"/>
            <a:r>
              <a:rPr lang="en-IE" dirty="0"/>
              <a:t>Create a </a:t>
            </a:r>
            <a:r>
              <a:rPr lang="en-IE" b="1" dirty="0"/>
              <a:t>2_d character array</a:t>
            </a:r>
            <a:r>
              <a:rPr lang="en-IE" dirty="0"/>
              <a:t>: e.g. </a:t>
            </a:r>
            <a:r>
              <a:rPr lang="en-IE" b="1" dirty="0"/>
              <a:t>char month[12][10]</a:t>
            </a:r>
          </a:p>
          <a:p>
            <a:pPr lvl="1"/>
            <a:r>
              <a:rPr lang="en-IE" dirty="0"/>
              <a:t>Why would this be inefficient? (hint:  </a:t>
            </a:r>
            <a:r>
              <a:rPr lang="en-IE" dirty="0" err="1"/>
              <a:t>sparsity</a:t>
            </a:r>
            <a:r>
              <a:rPr lang="en-IE" dirty="0"/>
              <a:t>)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Another option is to create an </a:t>
            </a:r>
            <a:r>
              <a:rPr lang="en-IE" b="1" dirty="0"/>
              <a:t>Array of Characters  Pointers</a:t>
            </a:r>
            <a:r>
              <a:rPr lang="en-IE" dirty="0"/>
              <a:t>: e.g. </a:t>
            </a:r>
            <a:r>
              <a:rPr lang="en-IE" b="1" dirty="0"/>
              <a:t>char *months[12]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Each element is then treated an a char * ( essentially a string)</a:t>
            </a:r>
          </a:p>
          <a:p>
            <a:pPr lvl="1"/>
            <a:r>
              <a:rPr lang="en-IE" dirty="0"/>
              <a:t>Remember you must assign memory for each using char *months[0] = “January” </a:t>
            </a:r>
          </a:p>
          <a:p>
            <a:pPr lvl="1"/>
            <a:r>
              <a:rPr lang="en-IE" dirty="0"/>
              <a:t>The address of J is assigned to element 0 </a:t>
            </a:r>
          </a:p>
          <a:p>
            <a:pPr lvl="1"/>
            <a:r>
              <a:rPr lang="en-IE" dirty="0"/>
              <a:t>Consider the following program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96267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2-D character array (LONGSTR.C)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616624"/>
          </a:xfrm>
        </p:spPr>
        <p:txBody>
          <a:bodyPr>
            <a:normAutofit/>
          </a:bodyPr>
          <a:lstStyle/>
          <a:p>
            <a:r>
              <a:rPr lang="en-IE" sz="2000" dirty="0"/>
              <a:t>Input strings (using 2-D character array)</a:t>
            </a:r>
          </a:p>
        </p:txBody>
      </p:sp>
      <p:pic>
        <p:nvPicPr>
          <p:cNvPr id="4" name="Picture 3" descr="denis.manley@soc-apollo: ~/OS2/week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310751"/>
            <a:ext cx="6174751" cy="535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54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IE" dirty="0"/>
              <a:t>Array of string: </a:t>
            </a:r>
            <a:r>
              <a:rPr lang="en-IE" b="1" dirty="0" err="1"/>
              <a:t>months.c</a:t>
            </a:r>
            <a:r>
              <a:rPr lang="en-IE" dirty="0"/>
              <a:t> </a:t>
            </a:r>
          </a:p>
        </p:txBody>
      </p:sp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1B474E65-763B-9884-7392-57A88026C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0" y="1412776"/>
            <a:ext cx="8450016" cy="5040560"/>
          </a:xfrm>
        </p:spPr>
      </p:pic>
    </p:spTree>
    <p:extLst>
      <p:ext uri="{BB962C8B-B14F-4D97-AF65-F5344CB8AC3E}">
        <p14:creationId xmlns:p14="http://schemas.microsoft.com/office/powerpoint/2010/main" val="2549944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E" dirty="0"/>
              <a:t>Partial Sample Output of </a:t>
            </a:r>
            <a:r>
              <a:rPr lang="en-IE" dirty="0" err="1"/>
              <a:t>months.c</a:t>
            </a:r>
            <a:endParaRPr lang="en-IE" dirty="0"/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CC5F39-A8BB-9A27-0EA0-8E18B69EB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108021"/>
            <a:ext cx="6480719" cy="5275839"/>
          </a:xfrm>
        </p:spPr>
      </p:pic>
    </p:spTree>
    <p:extLst>
      <p:ext uri="{BB962C8B-B14F-4D97-AF65-F5344CB8AC3E}">
        <p14:creationId xmlns:p14="http://schemas.microsoft.com/office/powerpoint/2010/main" val="2841363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Home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7931224" cy="4320480"/>
          </a:xfrm>
        </p:spPr>
        <p:txBody>
          <a:bodyPr>
            <a:normAutofit/>
          </a:bodyPr>
          <a:lstStyle/>
          <a:p>
            <a:r>
              <a:rPr lang="en-IE" dirty="0"/>
              <a:t>Explain using the above code (</a:t>
            </a:r>
            <a:r>
              <a:rPr lang="en-IE" dirty="0" err="1"/>
              <a:t>longstr.c</a:t>
            </a:r>
            <a:r>
              <a:rPr lang="en-IE" dirty="0"/>
              <a:t> and </a:t>
            </a:r>
            <a:r>
              <a:rPr lang="en-IE" dirty="0" err="1"/>
              <a:t>months.c</a:t>
            </a:r>
            <a:r>
              <a:rPr lang="en-IE" dirty="0"/>
              <a:t>), and with a suitable example, why a character pointer array is more efficient than a 2_D array of characters in terms of the memory allocated. (Hint: show the memory allocated for the 2_D array and compare with the address shown in the previous slide.  </a:t>
            </a:r>
          </a:p>
        </p:txBody>
      </p:sp>
    </p:spTree>
    <p:extLst>
      <p:ext uri="{BB962C8B-B14F-4D97-AF65-F5344CB8AC3E}">
        <p14:creationId xmlns:p14="http://schemas.microsoft.com/office/powerpoint/2010/main" val="5728873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37f2869-bcad-4365-9147-e8b5476e68a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749</Words>
  <Application>Microsoft Office PowerPoint</Application>
  <PresentationFormat>On-screen Show (4:3)</PresentationFormat>
  <Paragraphs>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Lecture 4</vt:lpstr>
      <vt:lpstr>Pointers to pointers</vt:lpstr>
      <vt:lpstr>Examples </vt:lpstr>
      <vt:lpstr>Double_pointer code and output</vt:lpstr>
      <vt:lpstr>2 D Array </vt:lpstr>
      <vt:lpstr>2D Matrix and Address</vt:lpstr>
      <vt:lpstr>Array of pointers</vt:lpstr>
      <vt:lpstr>Manipulate 2_D array</vt:lpstr>
      <vt:lpstr>Sample output Matrix Addition: (MatrixSum.c)</vt:lpstr>
      <vt:lpstr>Matrix multiplication</vt:lpstr>
      <vt:lpstr>PowerPoint Presentation</vt:lpstr>
      <vt:lpstr>Sample output</vt:lpstr>
      <vt:lpstr>Matrix Multiplication exercise</vt:lpstr>
      <vt:lpstr>3 For loop:  matrix  multiplication </vt:lpstr>
      <vt:lpstr>Array of string pointers</vt:lpstr>
      <vt:lpstr>2-D character array (LONGSTR.C)</vt:lpstr>
      <vt:lpstr>Array of string: months.c </vt:lpstr>
      <vt:lpstr>Partial Sample Output of months.c</vt:lpstr>
      <vt:lpstr>Home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 Manley</dc:creator>
  <cp:lastModifiedBy>Denis Manley</cp:lastModifiedBy>
  <cp:revision>79</cp:revision>
  <dcterms:created xsi:type="dcterms:W3CDTF">2016-01-29T11:47:40Z</dcterms:created>
  <dcterms:modified xsi:type="dcterms:W3CDTF">2025-09-26T09:48:13Z</dcterms:modified>
</cp:coreProperties>
</file>